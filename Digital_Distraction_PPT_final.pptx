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4"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63177E-BE14-49D0-8989-62259833BFF1}" v="2" dt="2026-05-17T14:39:27.0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0" d="100"/>
          <a:sy n="80" d="100"/>
        </p:scale>
        <p:origin x="56"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ya Dedha" userId="3f1bfae07ff43ac9" providerId="LiveId" clId="{7B7408DD-8483-4C9C-AA14-4D9BBAEBB568}"/>
    <pc:docChg chg="undo custSel addSld delSld modSld addSection delSection">
      <pc:chgData name="Riya Dedha" userId="3f1bfae07ff43ac9" providerId="LiveId" clId="{7B7408DD-8483-4C9C-AA14-4D9BBAEBB568}" dt="2026-05-17T14:42:29.299" v="140" actId="47"/>
      <pc:docMkLst>
        <pc:docMk/>
      </pc:docMkLst>
      <pc:sldChg chg="delSp modSp mod">
        <pc:chgData name="Riya Dedha" userId="3f1bfae07ff43ac9" providerId="LiveId" clId="{7B7408DD-8483-4C9C-AA14-4D9BBAEBB568}" dt="2026-05-17T14:36:56.655" v="2" actId="1036"/>
        <pc:sldMkLst>
          <pc:docMk/>
          <pc:sldMk cId="0" sldId="256"/>
        </pc:sldMkLst>
        <pc:spChg chg="mod">
          <ac:chgData name="Riya Dedha" userId="3f1bfae07ff43ac9" providerId="LiveId" clId="{7B7408DD-8483-4C9C-AA14-4D9BBAEBB568}" dt="2026-05-17T14:36:49.285" v="1" actId="2711"/>
          <ac:spMkLst>
            <pc:docMk/>
            <pc:sldMk cId="0" sldId="256"/>
            <ac:spMk id="2" creationId="{00000000-0000-0000-0000-000000000000}"/>
          </ac:spMkLst>
        </pc:spChg>
        <pc:spChg chg="mod">
          <ac:chgData name="Riya Dedha" userId="3f1bfae07ff43ac9" providerId="LiveId" clId="{7B7408DD-8483-4C9C-AA14-4D9BBAEBB568}" dt="2026-05-17T14:36:49.285" v="1" actId="2711"/>
          <ac:spMkLst>
            <pc:docMk/>
            <pc:sldMk cId="0" sldId="256"/>
            <ac:spMk id="3" creationId="{00000000-0000-0000-0000-000000000000}"/>
          </ac:spMkLst>
        </pc:spChg>
        <pc:spChg chg="mod">
          <ac:chgData name="Riya Dedha" userId="3f1bfae07ff43ac9" providerId="LiveId" clId="{7B7408DD-8483-4C9C-AA14-4D9BBAEBB568}" dt="2026-05-17T14:36:56.655" v="2" actId="1036"/>
          <ac:spMkLst>
            <pc:docMk/>
            <pc:sldMk cId="0" sldId="256"/>
            <ac:spMk id="4" creationId="{00000000-0000-0000-0000-000000000000}"/>
          </ac:spMkLst>
        </pc:spChg>
        <pc:spChg chg="mod">
          <ac:chgData name="Riya Dedha" userId="3f1bfae07ff43ac9" providerId="LiveId" clId="{7B7408DD-8483-4C9C-AA14-4D9BBAEBB568}" dt="2026-05-17T14:36:49.285" v="1" actId="2711"/>
          <ac:spMkLst>
            <pc:docMk/>
            <pc:sldMk cId="0" sldId="256"/>
            <ac:spMk id="5" creationId="{00000000-0000-0000-0000-000000000000}"/>
          </ac:spMkLst>
        </pc:spChg>
        <pc:spChg chg="mod">
          <ac:chgData name="Riya Dedha" userId="3f1bfae07ff43ac9" providerId="LiveId" clId="{7B7408DD-8483-4C9C-AA14-4D9BBAEBB568}" dt="2026-05-17T14:36:49.285" v="1" actId="2711"/>
          <ac:spMkLst>
            <pc:docMk/>
            <pc:sldMk cId="0" sldId="256"/>
            <ac:spMk id="6" creationId="{00000000-0000-0000-0000-000000000000}"/>
          </ac:spMkLst>
        </pc:spChg>
        <pc:spChg chg="del">
          <ac:chgData name="Riya Dedha" userId="3f1bfae07ff43ac9" providerId="LiveId" clId="{7B7408DD-8483-4C9C-AA14-4D9BBAEBB568}" dt="2026-05-17T14:36:32.210" v="0" actId="21"/>
          <ac:spMkLst>
            <pc:docMk/>
            <pc:sldMk cId="0" sldId="256"/>
            <ac:spMk id="7" creationId="{00000000-0000-0000-0000-000000000000}"/>
          </ac:spMkLst>
        </pc:spChg>
        <pc:spChg chg="mod">
          <ac:chgData name="Riya Dedha" userId="3f1bfae07ff43ac9" providerId="LiveId" clId="{7B7408DD-8483-4C9C-AA14-4D9BBAEBB568}" dt="2026-05-17T14:36:49.285" v="1" actId="2711"/>
          <ac:spMkLst>
            <pc:docMk/>
            <pc:sldMk cId="0" sldId="256"/>
            <ac:spMk id="8" creationId="{00000000-0000-0000-0000-000000000000}"/>
          </ac:spMkLst>
        </pc:spChg>
        <pc:spChg chg="mod">
          <ac:chgData name="Riya Dedha" userId="3f1bfae07ff43ac9" providerId="LiveId" clId="{7B7408DD-8483-4C9C-AA14-4D9BBAEBB568}" dt="2026-05-17T14:36:49.285" v="1" actId="2711"/>
          <ac:spMkLst>
            <pc:docMk/>
            <pc:sldMk cId="0" sldId="256"/>
            <ac:spMk id="9" creationId="{00000000-0000-0000-0000-000000000000}"/>
          </ac:spMkLst>
        </pc:spChg>
        <pc:spChg chg="mod">
          <ac:chgData name="Riya Dedha" userId="3f1bfae07ff43ac9" providerId="LiveId" clId="{7B7408DD-8483-4C9C-AA14-4D9BBAEBB568}" dt="2026-05-17T14:36:49.285" v="1" actId="2711"/>
          <ac:spMkLst>
            <pc:docMk/>
            <pc:sldMk cId="0" sldId="256"/>
            <ac:spMk id="10" creationId="{00000000-0000-0000-0000-000000000000}"/>
          </ac:spMkLst>
        </pc:spChg>
      </pc:sldChg>
      <pc:sldChg chg="modSp mod">
        <pc:chgData name="Riya Dedha" userId="3f1bfae07ff43ac9" providerId="LiveId" clId="{7B7408DD-8483-4C9C-AA14-4D9BBAEBB568}" dt="2026-05-17T14:37:04.465" v="3" actId="2711"/>
        <pc:sldMkLst>
          <pc:docMk/>
          <pc:sldMk cId="0" sldId="257"/>
        </pc:sldMkLst>
        <pc:spChg chg="mod">
          <ac:chgData name="Riya Dedha" userId="3f1bfae07ff43ac9" providerId="LiveId" clId="{7B7408DD-8483-4C9C-AA14-4D9BBAEBB568}" dt="2026-05-17T14:37:04.465" v="3" actId="2711"/>
          <ac:spMkLst>
            <pc:docMk/>
            <pc:sldMk cId="0" sldId="257"/>
            <ac:spMk id="2" creationId="{00000000-0000-0000-0000-000000000000}"/>
          </ac:spMkLst>
        </pc:spChg>
        <pc:spChg chg="mod">
          <ac:chgData name="Riya Dedha" userId="3f1bfae07ff43ac9" providerId="LiveId" clId="{7B7408DD-8483-4C9C-AA14-4D9BBAEBB568}" dt="2026-05-17T14:37:04.465" v="3" actId="2711"/>
          <ac:spMkLst>
            <pc:docMk/>
            <pc:sldMk cId="0" sldId="257"/>
            <ac:spMk id="3" creationId="{00000000-0000-0000-0000-000000000000}"/>
          </ac:spMkLst>
        </pc:spChg>
        <pc:spChg chg="mod">
          <ac:chgData name="Riya Dedha" userId="3f1bfae07ff43ac9" providerId="LiveId" clId="{7B7408DD-8483-4C9C-AA14-4D9BBAEBB568}" dt="2026-05-17T14:37:04.465" v="3" actId="2711"/>
          <ac:spMkLst>
            <pc:docMk/>
            <pc:sldMk cId="0" sldId="257"/>
            <ac:spMk id="5" creationId="{00000000-0000-0000-0000-000000000000}"/>
          </ac:spMkLst>
        </pc:spChg>
        <pc:spChg chg="mod">
          <ac:chgData name="Riya Dedha" userId="3f1bfae07ff43ac9" providerId="LiveId" clId="{7B7408DD-8483-4C9C-AA14-4D9BBAEBB568}" dt="2026-05-17T14:37:04.465" v="3" actId="2711"/>
          <ac:spMkLst>
            <pc:docMk/>
            <pc:sldMk cId="0" sldId="257"/>
            <ac:spMk id="6" creationId="{00000000-0000-0000-0000-000000000000}"/>
          </ac:spMkLst>
        </pc:spChg>
        <pc:spChg chg="mod">
          <ac:chgData name="Riya Dedha" userId="3f1bfae07ff43ac9" providerId="LiveId" clId="{7B7408DD-8483-4C9C-AA14-4D9BBAEBB568}" dt="2026-05-17T14:37:04.465" v="3" actId="2711"/>
          <ac:spMkLst>
            <pc:docMk/>
            <pc:sldMk cId="0" sldId="257"/>
            <ac:spMk id="7" creationId="{00000000-0000-0000-0000-000000000000}"/>
          </ac:spMkLst>
        </pc:spChg>
        <pc:spChg chg="mod">
          <ac:chgData name="Riya Dedha" userId="3f1bfae07ff43ac9" providerId="LiveId" clId="{7B7408DD-8483-4C9C-AA14-4D9BBAEBB568}" dt="2026-05-17T14:37:04.465" v="3" actId="2711"/>
          <ac:spMkLst>
            <pc:docMk/>
            <pc:sldMk cId="0" sldId="257"/>
            <ac:spMk id="8" creationId="{00000000-0000-0000-0000-000000000000}"/>
          </ac:spMkLst>
        </pc:spChg>
        <pc:spChg chg="mod">
          <ac:chgData name="Riya Dedha" userId="3f1bfae07ff43ac9" providerId="LiveId" clId="{7B7408DD-8483-4C9C-AA14-4D9BBAEBB568}" dt="2026-05-17T14:37:04.465" v="3" actId="2711"/>
          <ac:spMkLst>
            <pc:docMk/>
            <pc:sldMk cId="0" sldId="257"/>
            <ac:spMk id="9" creationId="{00000000-0000-0000-0000-000000000000}"/>
          </ac:spMkLst>
        </pc:spChg>
        <pc:spChg chg="mod">
          <ac:chgData name="Riya Dedha" userId="3f1bfae07ff43ac9" providerId="LiveId" clId="{7B7408DD-8483-4C9C-AA14-4D9BBAEBB568}" dt="2026-05-17T14:37:04.465" v="3" actId="2711"/>
          <ac:spMkLst>
            <pc:docMk/>
            <pc:sldMk cId="0" sldId="257"/>
            <ac:spMk id="10" creationId="{00000000-0000-0000-0000-000000000000}"/>
          </ac:spMkLst>
        </pc:spChg>
        <pc:spChg chg="mod">
          <ac:chgData name="Riya Dedha" userId="3f1bfae07ff43ac9" providerId="LiveId" clId="{7B7408DD-8483-4C9C-AA14-4D9BBAEBB568}" dt="2026-05-17T14:37:04.465" v="3" actId="2711"/>
          <ac:spMkLst>
            <pc:docMk/>
            <pc:sldMk cId="0" sldId="257"/>
            <ac:spMk id="11" creationId="{00000000-0000-0000-0000-000000000000}"/>
          </ac:spMkLst>
        </pc:spChg>
        <pc:spChg chg="mod">
          <ac:chgData name="Riya Dedha" userId="3f1bfae07ff43ac9" providerId="LiveId" clId="{7B7408DD-8483-4C9C-AA14-4D9BBAEBB568}" dt="2026-05-17T14:37:04.465" v="3" actId="2711"/>
          <ac:spMkLst>
            <pc:docMk/>
            <pc:sldMk cId="0" sldId="257"/>
            <ac:spMk id="12" creationId="{00000000-0000-0000-0000-000000000000}"/>
          </ac:spMkLst>
        </pc:spChg>
      </pc:sldChg>
      <pc:sldChg chg="modSp mod">
        <pc:chgData name="Riya Dedha" userId="3f1bfae07ff43ac9" providerId="LiveId" clId="{7B7408DD-8483-4C9C-AA14-4D9BBAEBB568}" dt="2026-05-17T14:37:24.021" v="4" actId="2711"/>
        <pc:sldMkLst>
          <pc:docMk/>
          <pc:sldMk cId="0" sldId="258"/>
        </pc:sldMkLst>
        <pc:spChg chg="mod">
          <ac:chgData name="Riya Dedha" userId="3f1bfae07ff43ac9" providerId="LiveId" clId="{7B7408DD-8483-4C9C-AA14-4D9BBAEBB568}" dt="2026-05-17T14:37:24.021" v="4" actId="2711"/>
          <ac:spMkLst>
            <pc:docMk/>
            <pc:sldMk cId="0" sldId="258"/>
            <ac:spMk id="3" creationId="{00000000-0000-0000-0000-000000000000}"/>
          </ac:spMkLst>
        </pc:spChg>
        <pc:spChg chg="mod">
          <ac:chgData name="Riya Dedha" userId="3f1bfae07ff43ac9" providerId="LiveId" clId="{7B7408DD-8483-4C9C-AA14-4D9BBAEBB568}" dt="2026-05-17T14:37:24.021" v="4" actId="2711"/>
          <ac:spMkLst>
            <pc:docMk/>
            <pc:sldMk cId="0" sldId="258"/>
            <ac:spMk id="6" creationId="{00000000-0000-0000-0000-000000000000}"/>
          </ac:spMkLst>
        </pc:spChg>
        <pc:spChg chg="mod">
          <ac:chgData name="Riya Dedha" userId="3f1bfae07ff43ac9" providerId="LiveId" clId="{7B7408DD-8483-4C9C-AA14-4D9BBAEBB568}" dt="2026-05-17T14:37:24.021" v="4" actId="2711"/>
          <ac:spMkLst>
            <pc:docMk/>
            <pc:sldMk cId="0" sldId="258"/>
            <ac:spMk id="11" creationId="{00000000-0000-0000-0000-000000000000}"/>
          </ac:spMkLst>
        </pc:spChg>
        <pc:spChg chg="mod">
          <ac:chgData name="Riya Dedha" userId="3f1bfae07ff43ac9" providerId="LiveId" clId="{7B7408DD-8483-4C9C-AA14-4D9BBAEBB568}" dt="2026-05-17T14:37:24.021" v="4" actId="2711"/>
          <ac:spMkLst>
            <pc:docMk/>
            <pc:sldMk cId="0" sldId="258"/>
            <ac:spMk id="14" creationId="{00000000-0000-0000-0000-000000000000}"/>
          </ac:spMkLst>
        </pc:spChg>
        <pc:spChg chg="mod">
          <ac:chgData name="Riya Dedha" userId="3f1bfae07ff43ac9" providerId="LiveId" clId="{7B7408DD-8483-4C9C-AA14-4D9BBAEBB568}" dt="2026-05-17T14:37:24.021" v="4" actId="2711"/>
          <ac:spMkLst>
            <pc:docMk/>
            <pc:sldMk cId="0" sldId="258"/>
            <ac:spMk id="16" creationId="{00000000-0000-0000-0000-000000000000}"/>
          </ac:spMkLst>
        </pc:spChg>
        <pc:spChg chg="mod">
          <ac:chgData name="Riya Dedha" userId="3f1bfae07ff43ac9" providerId="LiveId" clId="{7B7408DD-8483-4C9C-AA14-4D9BBAEBB568}" dt="2026-05-17T14:37:24.021" v="4" actId="2711"/>
          <ac:spMkLst>
            <pc:docMk/>
            <pc:sldMk cId="0" sldId="258"/>
            <ac:spMk id="18" creationId="{00000000-0000-0000-0000-000000000000}"/>
          </ac:spMkLst>
        </pc:spChg>
        <pc:spChg chg="mod">
          <ac:chgData name="Riya Dedha" userId="3f1bfae07ff43ac9" providerId="LiveId" clId="{7B7408DD-8483-4C9C-AA14-4D9BBAEBB568}" dt="2026-05-17T14:37:24.021" v="4" actId="2711"/>
          <ac:spMkLst>
            <pc:docMk/>
            <pc:sldMk cId="0" sldId="258"/>
            <ac:spMk id="20" creationId="{00000000-0000-0000-0000-000000000000}"/>
          </ac:spMkLst>
        </pc:spChg>
        <pc:spChg chg="mod">
          <ac:chgData name="Riya Dedha" userId="3f1bfae07ff43ac9" providerId="LiveId" clId="{7B7408DD-8483-4C9C-AA14-4D9BBAEBB568}" dt="2026-05-17T14:37:24.021" v="4" actId="2711"/>
          <ac:spMkLst>
            <pc:docMk/>
            <pc:sldMk cId="0" sldId="258"/>
            <ac:spMk id="23" creationId="{00000000-0000-0000-0000-000000000000}"/>
          </ac:spMkLst>
        </pc:spChg>
        <pc:spChg chg="mod">
          <ac:chgData name="Riya Dedha" userId="3f1bfae07ff43ac9" providerId="LiveId" clId="{7B7408DD-8483-4C9C-AA14-4D9BBAEBB568}" dt="2026-05-17T14:37:24.021" v="4" actId="2711"/>
          <ac:spMkLst>
            <pc:docMk/>
            <pc:sldMk cId="0" sldId="258"/>
            <ac:spMk id="27" creationId="{00000000-0000-0000-0000-000000000000}"/>
          </ac:spMkLst>
        </pc:spChg>
        <pc:spChg chg="mod">
          <ac:chgData name="Riya Dedha" userId="3f1bfae07ff43ac9" providerId="LiveId" clId="{7B7408DD-8483-4C9C-AA14-4D9BBAEBB568}" dt="2026-05-17T14:37:24.021" v="4" actId="2711"/>
          <ac:spMkLst>
            <pc:docMk/>
            <pc:sldMk cId="0" sldId="258"/>
            <ac:spMk id="30" creationId="{00000000-0000-0000-0000-000000000000}"/>
          </ac:spMkLst>
        </pc:spChg>
      </pc:sldChg>
      <pc:sldChg chg="modSp mod">
        <pc:chgData name="Riya Dedha" userId="3f1bfae07ff43ac9" providerId="LiveId" clId="{7B7408DD-8483-4C9C-AA14-4D9BBAEBB568}" dt="2026-05-17T14:37:33.310" v="5" actId="2711"/>
        <pc:sldMkLst>
          <pc:docMk/>
          <pc:sldMk cId="0" sldId="259"/>
        </pc:sldMkLst>
        <pc:spChg chg="mod">
          <ac:chgData name="Riya Dedha" userId="3f1bfae07ff43ac9" providerId="LiveId" clId="{7B7408DD-8483-4C9C-AA14-4D9BBAEBB568}" dt="2026-05-17T14:37:33.310" v="5" actId="2711"/>
          <ac:spMkLst>
            <pc:docMk/>
            <pc:sldMk cId="0" sldId="259"/>
            <ac:spMk id="2" creationId="{00000000-0000-0000-0000-000000000000}"/>
          </ac:spMkLst>
        </pc:spChg>
        <pc:spChg chg="mod">
          <ac:chgData name="Riya Dedha" userId="3f1bfae07ff43ac9" providerId="LiveId" clId="{7B7408DD-8483-4C9C-AA14-4D9BBAEBB568}" dt="2026-05-17T14:37:33.310" v="5" actId="2711"/>
          <ac:spMkLst>
            <pc:docMk/>
            <pc:sldMk cId="0" sldId="259"/>
            <ac:spMk id="6" creationId="{00000000-0000-0000-0000-000000000000}"/>
          </ac:spMkLst>
        </pc:spChg>
        <pc:spChg chg="mod">
          <ac:chgData name="Riya Dedha" userId="3f1bfae07ff43ac9" providerId="LiveId" clId="{7B7408DD-8483-4C9C-AA14-4D9BBAEBB568}" dt="2026-05-17T14:37:33.310" v="5" actId="2711"/>
          <ac:spMkLst>
            <pc:docMk/>
            <pc:sldMk cId="0" sldId="259"/>
            <ac:spMk id="7" creationId="{00000000-0000-0000-0000-000000000000}"/>
          </ac:spMkLst>
        </pc:spChg>
        <pc:spChg chg="mod">
          <ac:chgData name="Riya Dedha" userId="3f1bfae07ff43ac9" providerId="LiveId" clId="{7B7408DD-8483-4C9C-AA14-4D9BBAEBB568}" dt="2026-05-17T14:37:33.310" v="5" actId="2711"/>
          <ac:spMkLst>
            <pc:docMk/>
            <pc:sldMk cId="0" sldId="259"/>
            <ac:spMk id="8" creationId="{00000000-0000-0000-0000-000000000000}"/>
          </ac:spMkLst>
        </pc:spChg>
        <pc:spChg chg="mod">
          <ac:chgData name="Riya Dedha" userId="3f1bfae07ff43ac9" providerId="LiveId" clId="{7B7408DD-8483-4C9C-AA14-4D9BBAEBB568}" dt="2026-05-17T14:37:33.310" v="5" actId="2711"/>
          <ac:spMkLst>
            <pc:docMk/>
            <pc:sldMk cId="0" sldId="259"/>
            <ac:spMk id="11" creationId="{00000000-0000-0000-0000-000000000000}"/>
          </ac:spMkLst>
        </pc:spChg>
        <pc:spChg chg="mod">
          <ac:chgData name="Riya Dedha" userId="3f1bfae07ff43ac9" providerId="LiveId" clId="{7B7408DD-8483-4C9C-AA14-4D9BBAEBB568}" dt="2026-05-17T14:37:33.310" v="5" actId="2711"/>
          <ac:spMkLst>
            <pc:docMk/>
            <pc:sldMk cId="0" sldId="259"/>
            <ac:spMk id="12" creationId="{00000000-0000-0000-0000-000000000000}"/>
          </ac:spMkLst>
        </pc:spChg>
        <pc:spChg chg="mod">
          <ac:chgData name="Riya Dedha" userId="3f1bfae07ff43ac9" providerId="LiveId" clId="{7B7408DD-8483-4C9C-AA14-4D9BBAEBB568}" dt="2026-05-17T14:37:33.310" v="5" actId="2711"/>
          <ac:spMkLst>
            <pc:docMk/>
            <pc:sldMk cId="0" sldId="259"/>
            <ac:spMk id="13" creationId="{00000000-0000-0000-0000-000000000000}"/>
          </ac:spMkLst>
        </pc:spChg>
        <pc:spChg chg="mod">
          <ac:chgData name="Riya Dedha" userId="3f1bfae07ff43ac9" providerId="LiveId" clId="{7B7408DD-8483-4C9C-AA14-4D9BBAEBB568}" dt="2026-05-17T14:37:33.310" v="5" actId="2711"/>
          <ac:spMkLst>
            <pc:docMk/>
            <pc:sldMk cId="0" sldId="259"/>
            <ac:spMk id="15" creationId="{00000000-0000-0000-0000-000000000000}"/>
          </ac:spMkLst>
        </pc:spChg>
        <pc:spChg chg="mod">
          <ac:chgData name="Riya Dedha" userId="3f1bfae07ff43ac9" providerId="LiveId" clId="{7B7408DD-8483-4C9C-AA14-4D9BBAEBB568}" dt="2026-05-17T14:37:33.310" v="5" actId="2711"/>
          <ac:spMkLst>
            <pc:docMk/>
            <pc:sldMk cId="0" sldId="259"/>
            <ac:spMk id="16" creationId="{00000000-0000-0000-0000-000000000000}"/>
          </ac:spMkLst>
        </pc:spChg>
        <pc:spChg chg="mod">
          <ac:chgData name="Riya Dedha" userId="3f1bfae07ff43ac9" providerId="LiveId" clId="{7B7408DD-8483-4C9C-AA14-4D9BBAEBB568}" dt="2026-05-17T14:37:33.310" v="5" actId="2711"/>
          <ac:spMkLst>
            <pc:docMk/>
            <pc:sldMk cId="0" sldId="259"/>
            <ac:spMk id="17" creationId="{00000000-0000-0000-0000-000000000000}"/>
          </ac:spMkLst>
        </pc:spChg>
      </pc:sldChg>
      <pc:sldChg chg="modSp">
        <pc:chgData name="Riya Dedha" userId="3f1bfae07ff43ac9" providerId="LiveId" clId="{7B7408DD-8483-4C9C-AA14-4D9BBAEBB568}" dt="2026-05-17T14:37:40.847" v="6" actId="2711"/>
        <pc:sldMkLst>
          <pc:docMk/>
          <pc:sldMk cId="0" sldId="260"/>
        </pc:sldMkLst>
        <pc:spChg chg="mod">
          <ac:chgData name="Riya Dedha" userId="3f1bfae07ff43ac9" providerId="LiveId" clId="{7B7408DD-8483-4C9C-AA14-4D9BBAEBB568}" dt="2026-05-17T14:37:40.847" v="6" actId="2711"/>
          <ac:spMkLst>
            <pc:docMk/>
            <pc:sldMk cId="0" sldId="260"/>
            <ac:spMk id="3" creationId="{00000000-0000-0000-0000-000000000000}"/>
          </ac:spMkLst>
        </pc:spChg>
        <pc:spChg chg="mod">
          <ac:chgData name="Riya Dedha" userId="3f1bfae07ff43ac9" providerId="LiveId" clId="{7B7408DD-8483-4C9C-AA14-4D9BBAEBB568}" dt="2026-05-17T14:37:40.847" v="6" actId="2711"/>
          <ac:spMkLst>
            <pc:docMk/>
            <pc:sldMk cId="0" sldId="260"/>
            <ac:spMk id="5" creationId="{00000000-0000-0000-0000-000000000000}"/>
          </ac:spMkLst>
        </pc:spChg>
        <pc:spChg chg="mod">
          <ac:chgData name="Riya Dedha" userId="3f1bfae07ff43ac9" providerId="LiveId" clId="{7B7408DD-8483-4C9C-AA14-4D9BBAEBB568}" dt="2026-05-17T14:37:40.847" v="6" actId="2711"/>
          <ac:spMkLst>
            <pc:docMk/>
            <pc:sldMk cId="0" sldId="260"/>
            <ac:spMk id="9" creationId="{00000000-0000-0000-0000-000000000000}"/>
          </ac:spMkLst>
        </pc:spChg>
        <pc:spChg chg="mod">
          <ac:chgData name="Riya Dedha" userId="3f1bfae07ff43ac9" providerId="LiveId" clId="{7B7408DD-8483-4C9C-AA14-4D9BBAEBB568}" dt="2026-05-17T14:37:40.847" v="6" actId="2711"/>
          <ac:spMkLst>
            <pc:docMk/>
            <pc:sldMk cId="0" sldId="260"/>
            <ac:spMk id="12" creationId="{00000000-0000-0000-0000-000000000000}"/>
          </ac:spMkLst>
        </pc:spChg>
        <pc:spChg chg="mod">
          <ac:chgData name="Riya Dedha" userId="3f1bfae07ff43ac9" providerId="LiveId" clId="{7B7408DD-8483-4C9C-AA14-4D9BBAEBB568}" dt="2026-05-17T14:37:40.847" v="6" actId="2711"/>
          <ac:spMkLst>
            <pc:docMk/>
            <pc:sldMk cId="0" sldId="260"/>
            <ac:spMk id="13" creationId="{00000000-0000-0000-0000-000000000000}"/>
          </ac:spMkLst>
        </pc:spChg>
        <pc:spChg chg="mod">
          <ac:chgData name="Riya Dedha" userId="3f1bfae07ff43ac9" providerId="LiveId" clId="{7B7408DD-8483-4C9C-AA14-4D9BBAEBB568}" dt="2026-05-17T14:37:40.847" v="6" actId="2711"/>
          <ac:spMkLst>
            <pc:docMk/>
            <pc:sldMk cId="0" sldId="260"/>
            <ac:spMk id="14" creationId="{00000000-0000-0000-0000-000000000000}"/>
          </ac:spMkLst>
        </pc:spChg>
        <pc:spChg chg="mod">
          <ac:chgData name="Riya Dedha" userId="3f1bfae07ff43ac9" providerId="LiveId" clId="{7B7408DD-8483-4C9C-AA14-4D9BBAEBB568}" dt="2026-05-17T14:37:40.847" v="6" actId="2711"/>
          <ac:spMkLst>
            <pc:docMk/>
            <pc:sldMk cId="0" sldId="260"/>
            <ac:spMk id="19" creationId="{00000000-0000-0000-0000-000000000000}"/>
          </ac:spMkLst>
        </pc:spChg>
        <pc:spChg chg="mod">
          <ac:chgData name="Riya Dedha" userId="3f1bfae07ff43ac9" providerId="LiveId" clId="{7B7408DD-8483-4C9C-AA14-4D9BBAEBB568}" dt="2026-05-17T14:37:40.847" v="6" actId="2711"/>
          <ac:spMkLst>
            <pc:docMk/>
            <pc:sldMk cId="0" sldId="260"/>
            <ac:spMk id="26" creationId="{00000000-0000-0000-0000-000000000000}"/>
          </ac:spMkLst>
        </pc:spChg>
        <pc:spChg chg="mod">
          <ac:chgData name="Riya Dedha" userId="3f1bfae07ff43ac9" providerId="LiveId" clId="{7B7408DD-8483-4C9C-AA14-4D9BBAEBB568}" dt="2026-05-17T14:37:40.847" v="6" actId="2711"/>
          <ac:spMkLst>
            <pc:docMk/>
            <pc:sldMk cId="0" sldId="260"/>
            <ac:spMk id="27" creationId="{00000000-0000-0000-0000-000000000000}"/>
          </ac:spMkLst>
        </pc:spChg>
        <pc:spChg chg="mod">
          <ac:chgData name="Riya Dedha" userId="3f1bfae07ff43ac9" providerId="LiveId" clId="{7B7408DD-8483-4C9C-AA14-4D9BBAEBB568}" dt="2026-05-17T14:37:40.847" v="6" actId="2711"/>
          <ac:spMkLst>
            <pc:docMk/>
            <pc:sldMk cId="0" sldId="260"/>
            <ac:spMk id="29" creationId="{00000000-0000-0000-0000-000000000000}"/>
          </ac:spMkLst>
        </pc:spChg>
      </pc:sldChg>
      <pc:sldChg chg="modSp mod">
        <pc:chgData name="Riya Dedha" userId="3f1bfae07ff43ac9" providerId="LiveId" clId="{7B7408DD-8483-4C9C-AA14-4D9BBAEBB568}" dt="2026-05-17T14:37:47.434" v="7" actId="2711"/>
        <pc:sldMkLst>
          <pc:docMk/>
          <pc:sldMk cId="0" sldId="261"/>
        </pc:sldMkLst>
        <pc:spChg chg="mod">
          <ac:chgData name="Riya Dedha" userId="3f1bfae07ff43ac9" providerId="LiveId" clId="{7B7408DD-8483-4C9C-AA14-4D9BBAEBB568}" dt="2026-05-17T14:37:47.434" v="7" actId="2711"/>
          <ac:spMkLst>
            <pc:docMk/>
            <pc:sldMk cId="0" sldId="261"/>
            <ac:spMk id="2" creationId="{00000000-0000-0000-0000-000000000000}"/>
          </ac:spMkLst>
        </pc:spChg>
        <pc:spChg chg="mod">
          <ac:chgData name="Riya Dedha" userId="3f1bfae07ff43ac9" providerId="LiveId" clId="{7B7408DD-8483-4C9C-AA14-4D9BBAEBB568}" dt="2026-05-17T14:37:47.434" v="7" actId="2711"/>
          <ac:spMkLst>
            <pc:docMk/>
            <pc:sldMk cId="0" sldId="261"/>
            <ac:spMk id="9" creationId="{00000000-0000-0000-0000-000000000000}"/>
          </ac:spMkLst>
        </pc:spChg>
        <pc:spChg chg="mod">
          <ac:chgData name="Riya Dedha" userId="3f1bfae07ff43ac9" providerId="LiveId" clId="{7B7408DD-8483-4C9C-AA14-4D9BBAEBB568}" dt="2026-05-17T14:37:47.434" v="7" actId="2711"/>
          <ac:spMkLst>
            <pc:docMk/>
            <pc:sldMk cId="0" sldId="261"/>
            <ac:spMk id="11" creationId="{00000000-0000-0000-0000-000000000000}"/>
          </ac:spMkLst>
        </pc:spChg>
        <pc:spChg chg="mod">
          <ac:chgData name="Riya Dedha" userId="3f1bfae07ff43ac9" providerId="LiveId" clId="{7B7408DD-8483-4C9C-AA14-4D9BBAEBB568}" dt="2026-05-17T14:37:47.434" v="7" actId="2711"/>
          <ac:spMkLst>
            <pc:docMk/>
            <pc:sldMk cId="0" sldId="261"/>
            <ac:spMk id="18" creationId="{00000000-0000-0000-0000-000000000000}"/>
          </ac:spMkLst>
        </pc:spChg>
        <pc:spChg chg="mod">
          <ac:chgData name="Riya Dedha" userId="3f1bfae07ff43ac9" providerId="LiveId" clId="{7B7408DD-8483-4C9C-AA14-4D9BBAEBB568}" dt="2026-05-17T14:37:47.434" v="7" actId="2711"/>
          <ac:spMkLst>
            <pc:docMk/>
            <pc:sldMk cId="0" sldId="261"/>
            <ac:spMk id="21" creationId="{00000000-0000-0000-0000-000000000000}"/>
          </ac:spMkLst>
        </pc:spChg>
        <pc:spChg chg="mod">
          <ac:chgData name="Riya Dedha" userId="3f1bfae07ff43ac9" providerId="LiveId" clId="{7B7408DD-8483-4C9C-AA14-4D9BBAEBB568}" dt="2026-05-17T14:37:47.434" v="7" actId="2711"/>
          <ac:spMkLst>
            <pc:docMk/>
            <pc:sldMk cId="0" sldId="261"/>
            <ac:spMk id="27" creationId="{00000000-0000-0000-0000-000000000000}"/>
          </ac:spMkLst>
        </pc:spChg>
        <pc:spChg chg="mod">
          <ac:chgData name="Riya Dedha" userId="3f1bfae07ff43ac9" providerId="LiveId" clId="{7B7408DD-8483-4C9C-AA14-4D9BBAEBB568}" dt="2026-05-17T14:37:47.434" v="7" actId="2711"/>
          <ac:spMkLst>
            <pc:docMk/>
            <pc:sldMk cId="0" sldId="261"/>
            <ac:spMk id="28" creationId="{00000000-0000-0000-0000-000000000000}"/>
          </ac:spMkLst>
        </pc:spChg>
        <pc:spChg chg="mod">
          <ac:chgData name="Riya Dedha" userId="3f1bfae07ff43ac9" providerId="LiveId" clId="{7B7408DD-8483-4C9C-AA14-4D9BBAEBB568}" dt="2026-05-17T14:37:47.434" v="7" actId="2711"/>
          <ac:spMkLst>
            <pc:docMk/>
            <pc:sldMk cId="0" sldId="261"/>
            <ac:spMk id="32" creationId="{00000000-0000-0000-0000-000000000000}"/>
          </ac:spMkLst>
        </pc:spChg>
        <pc:spChg chg="mod">
          <ac:chgData name="Riya Dedha" userId="3f1bfae07ff43ac9" providerId="LiveId" clId="{7B7408DD-8483-4C9C-AA14-4D9BBAEBB568}" dt="2026-05-17T14:37:47.434" v="7" actId="2711"/>
          <ac:spMkLst>
            <pc:docMk/>
            <pc:sldMk cId="0" sldId="261"/>
            <ac:spMk id="35" creationId="{00000000-0000-0000-0000-000000000000}"/>
          </ac:spMkLst>
        </pc:spChg>
        <pc:spChg chg="mod">
          <ac:chgData name="Riya Dedha" userId="3f1bfae07ff43ac9" providerId="LiveId" clId="{7B7408DD-8483-4C9C-AA14-4D9BBAEBB568}" dt="2026-05-17T14:37:47.434" v="7" actId="2711"/>
          <ac:spMkLst>
            <pc:docMk/>
            <pc:sldMk cId="0" sldId="261"/>
            <ac:spMk id="36" creationId="{00000000-0000-0000-0000-000000000000}"/>
          </ac:spMkLst>
        </pc:spChg>
      </pc:sldChg>
      <pc:sldChg chg="modSp mod">
        <pc:chgData name="Riya Dedha" userId="3f1bfae07ff43ac9" providerId="LiveId" clId="{7B7408DD-8483-4C9C-AA14-4D9BBAEBB568}" dt="2026-05-17T14:37:55.599" v="8" actId="2711"/>
        <pc:sldMkLst>
          <pc:docMk/>
          <pc:sldMk cId="0" sldId="262"/>
        </pc:sldMkLst>
        <pc:spChg chg="mod">
          <ac:chgData name="Riya Dedha" userId="3f1bfae07ff43ac9" providerId="LiveId" clId="{7B7408DD-8483-4C9C-AA14-4D9BBAEBB568}" dt="2026-05-17T14:37:55.599" v="8" actId="2711"/>
          <ac:spMkLst>
            <pc:docMk/>
            <pc:sldMk cId="0" sldId="262"/>
            <ac:spMk id="2" creationId="{00000000-0000-0000-0000-000000000000}"/>
          </ac:spMkLst>
        </pc:spChg>
        <pc:spChg chg="mod">
          <ac:chgData name="Riya Dedha" userId="3f1bfae07ff43ac9" providerId="LiveId" clId="{7B7408DD-8483-4C9C-AA14-4D9BBAEBB568}" dt="2026-05-17T14:37:55.599" v="8" actId="2711"/>
          <ac:spMkLst>
            <pc:docMk/>
            <pc:sldMk cId="0" sldId="262"/>
            <ac:spMk id="6" creationId="{00000000-0000-0000-0000-000000000000}"/>
          </ac:spMkLst>
        </pc:spChg>
        <pc:spChg chg="mod">
          <ac:chgData name="Riya Dedha" userId="3f1bfae07ff43ac9" providerId="LiveId" clId="{7B7408DD-8483-4C9C-AA14-4D9BBAEBB568}" dt="2026-05-17T14:37:55.599" v="8" actId="2711"/>
          <ac:spMkLst>
            <pc:docMk/>
            <pc:sldMk cId="0" sldId="262"/>
            <ac:spMk id="10" creationId="{00000000-0000-0000-0000-000000000000}"/>
          </ac:spMkLst>
        </pc:spChg>
        <pc:spChg chg="mod">
          <ac:chgData name="Riya Dedha" userId="3f1bfae07ff43ac9" providerId="LiveId" clId="{7B7408DD-8483-4C9C-AA14-4D9BBAEBB568}" dt="2026-05-17T14:37:55.599" v="8" actId="2711"/>
          <ac:spMkLst>
            <pc:docMk/>
            <pc:sldMk cId="0" sldId="262"/>
            <ac:spMk id="11" creationId="{00000000-0000-0000-0000-000000000000}"/>
          </ac:spMkLst>
        </pc:spChg>
        <pc:spChg chg="mod">
          <ac:chgData name="Riya Dedha" userId="3f1bfae07ff43ac9" providerId="LiveId" clId="{7B7408DD-8483-4C9C-AA14-4D9BBAEBB568}" dt="2026-05-17T14:37:55.599" v="8" actId="2711"/>
          <ac:spMkLst>
            <pc:docMk/>
            <pc:sldMk cId="0" sldId="262"/>
            <ac:spMk id="18" creationId="{00000000-0000-0000-0000-000000000000}"/>
          </ac:spMkLst>
        </pc:spChg>
        <pc:spChg chg="mod">
          <ac:chgData name="Riya Dedha" userId="3f1bfae07ff43ac9" providerId="LiveId" clId="{7B7408DD-8483-4C9C-AA14-4D9BBAEBB568}" dt="2026-05-17T14:37:55.599" v="8" actId="2711"/>
          <ac:spMkLst>
            <pc:docMk/>
            <pc:sldMk cId="0" sldId="262"/>
            <ac:spMk id="20" creationId="{00000000-0000-0000-0000-000000000000}"/>
          </ac:spMkLst>
        </pc:spChg>
        <pc:spChg chg="mod">
          <ac:chgData name="Riya Dedha" userId="3f1bfae07ff43ac9" providerId="LiveId" clId="{7B7408DD-8483-4C9C-AA14-4D9BBAEBB568}" dt="2026-05-17T14:37:55.599" v="8" actId="2711"/>
          <ac:spMkLst>
            <pc:docMk/>
            <pc:sldMk cId="0" sldId="262"/>
            <ac:spMk id="21" creationId="{00000000-0000-0000-0000-000000000000}"/>
          </ac:spMkLst>
        </pc:spChg>
        <pc:spChg chg="mod">
          <ac:chgData name="Riya Dedha" userId="3f1bfae07ff43ac9" providerId="LiveId" clId="{7B7408DD-8483-4C9C-AA14-4D9BBAEBB568}" dt="2026-05-17T14:37:55.599" v="8" actId="2711"/>
          <ac:spMkLst>
            <pc:docMk/>
            <pc:sldMk cId="0" sldId="262"/>
            <ac:spMk id="23" creationId="{00000000-0000-0000-0000-000000000000}"/>
          </ac:spMkLst>
        </pc:spChg>
        <pc:spChg chg="mod">
          <ac:chgData name="Riya Dedha" userId="3f1bfae07ff43ac9" providerId="LiveId" clId="{7B7408DD-8483-4C9C-AA14-4D9BBAEBB568}" dt="2026-05-17T14:37:55.599" v="8" actId="2711"/>
          <ac:spMkLst>
            <pc:docMk/>
            <pc:sldMk cId="0" sldId="262"/>
            <ac:spMk id="25" creationId="{00000000-0000-0000-0000-000000000000}"/>
          </ac:spMkLst>
        </pc:spChg>
        <pc:spChg chg="mod">
          <ac:chgData name="Riya Dedha" userId="3f1bfae07ff43ac9" providerId="LiveId" clId="{7B7408DD-8483-4C9C-AA14-4D9BBAEBB568}" dt="2026-05-17T14:37:55.599" v="8" actId="2711"/>
          <ac:spMkLst>
            <pc:docMk/>
            <pc:sldMk cId="0" sldId="262"/>
            <ac:spMk id="26" creationId="{00000000-0000-0000-0000-000000000000}"/>
          </ac:spMkLst>
        </pc:spChg>
      </pc:sldChg>
      <pc:sldChg chg="delSp modSp del mod">
        <pc:chgData name="Riya Dedha" userId="3f1bfae07ff43ac9" providerId="LiveId" clId="{7B7408DD-8483-4C9C-AA14-4D9BBAEBB568}" dt="2026-05-17T14:42:29.299" v="140" actId="47"/>
        <pc:sldMkLst>
          <pc:docMk/>
          <pc:sldMk cId="0" sldId="263"/>
        </pc:sldMkLst>
        <pc:spChg chg="mod">
          <ac:chgData name="Riya Dedha" userId="3f1bfae07ff43ac9" providerId="LiveId" clId="{7B7408DD-8483-4C9C-AA14-4D9BBAEBB568}" dt="2026-05-17T14:38:02.789" v="9" actId="2711"/>
          <ac:spMkLst>
            <pc:docMk/>
            <pc:sldMk cId="0" sldId="263"/>
            <ac:spMk id="2" creationId="{00000000-0000-0000-0000-000000000000}"/>
          </ac:spMkLst>
        </pc:spChg>
        <pc:spChg chg="mod">
          <ac:chgData name="Riya Dedha" userId="3f1bfae07ff43ac9" providerId="LiveId" clId="{7B7408DD-8483-4C9C-AA14-4D9BBAEBB568}" dt="2026-05-17T14:38:02.789" v="9" actId="2711"/>
          <ac:spMkLst>
            <pc:docMk/>
            <pc:sldMk cId="0" sldId="263"/>
            <ac:spMk id="3" creationId="{00000000-0000-0000-0000-000000000000}"/>
          </ac:spMkLst>
        </pc:spChg>
        <pc:spChg chg="mod">
          <ac:chgData name="Riya Dedha" userId="3f1bfae07ff43ac9" providerId="LiveId" clId="{7B7408DD-8483-4C9C-AA14-4D9BBAEBB568}" dt="2026-05-17T14:38:02.789" v="9" actId="2711"/>
          <ac:spMkLst>
            <pc:docMk/>
            <pc:sldMk cId="0" sldId="263"/>
            <ac:spMk id="5" creationId="{00000000-0000-0000-0000-000000000000}"/>
          </ac:spMkLst>
        </pc:spChg>
        <pc:spChg chg="del mod">
          <ac:chgData name="Riya Dedha" userId="3f1bfae07ff43ac9" providerId="LiveId" clId="{7B7408DD-8483-4C9C-AA14-4D9BBAEBB568}" dt="2026-05-17T14:38:08" v="10" actId="21"/>
          <ac:spMkLst>
            <pc:docMk/>
            <pc:sldMk cId="0" sldId="263"/>
            <ac:spMk id="6" creationId="{00000000-0000-0000-0000-000000000000}"/>
          </ac:spMkLst>
        </pc:spChg>
        <pc:spChg chg="mod">
          <ac:chgData name="Riya Dedha" userId="3f1bfae07ff43ac9" providerId="LiveId" clId="{7B7408DD-8483-4C9C-AA14-4D9BBAEBB568}" dt="2026-05-17T14:38:02.789" v="9" actId="2711"/>
          <ac:spMkLst>
            <pc:docMk/>
            <pc:sldMk cId="0" sldId="263"/>
            <ac:spMk id="7" creationId="{00000000-0000-0000-0000-000000000000}"/>
          </ac:spMkLst>
        </pc:spChg>
        <pc:spChg chg="mod">
          <ac:chgData name="Riya Dedha" userId="3f1bfae07ff43ac9" providerId="LiveId" clId="{7B7408DD-8483-4C9C-AA14-4D9BBAEBB568}" dt="2026-05-17T14:38:02.789" v="9" actId="2711"/>
          <ac:spMkLst>
            <pc:docMk/>
            <pc:sldMk cId="0" sldId="263"/>
            <ac:spMk id="8" creationId="{00000000-0000-0000-0000-000000000000}"/>
          </ac:spMkLst>
        </pc:spChg>
        <pc:spChg chg="mod">
          <ac:chgData name="Riya Dedha" userId="3f1bfae07ff43ac9" providerId="LiveId" clId="{7B7408DD-8483-4C9C-AA14-4D9BBAEBB568}" dt="2026-05-17T14:38:02.789" v="9" actId="2711"/>
          <ac:spMkLst>
            <pc:docMk/>
            <pc:sldMk cId="0" sldId="263"/>
            <ac:spMk id="9" creationId="{00000000-0000-0000-0000-000000000000}"/>
          </ac:spMkLst>
        </pc:spChg>
        <pc:spChg chg="mod">
          <ac:chgData name="Riya Dedha" userId="3f1bfae07ff43ac9" providerId="LiveId" clId="{7B7408DD-8483-4C9C-AA14-4D9BBAEBB568}" dt="2026-05-17T14:38:02.789" v="9" actId="2711"/>
          <ac:spMkLst>
            <pc:docMk/>
            <pc:sldMk cId="0" sldId="263"/>
            <ac:spMk id="10" creationId="{00000000-0000-0000-0000-000000000000}"/>
          </ac:spMkLst>
        </pc:spChg>
        <pc:picChg chg="mod">
          <ac:chgData name="Riya Dedha" userId="3f1bfae07ff43ac9" providerId="LiveId" clId="{7B7408DD-8483-4C9C-AA14-4D9BBAEBB568}" dt="2026-05-17T14:38:46.887" v="11" actId="14100"/>
          <ac:picMkLst>
            <pc:docMk/>
            <pc:sldMk cId="0" sldId="263"/>
            <ac:picMk id="4" creationId="{00000000-0000-0000-0000-000000000000}"/>
          </ac:picMkLst>
        </pc:picChg>
      </pc:sldChg>
      <pc:sldChg chg="new del">
        <pc:chgData name="Riya Dedha" userId="3f1bfae07ff43ac9" providerId="LiveId" clId="{7B7408DD-8483-4C9C-AA14-4D9BBAEBB568}" dt="2026-05-17T14:39:03.238" v="13" actId="47"/>
        <pc:sldMkLst>
          <pc:docMk/>
          <pc:sldMk cId="2271932928" sldId="264"/>
        </pc:sldMkLst>
      </pc:sldChg>
      <pc:sldChg chg="addSp delSp modSp add mod">
        <pc:chgData name="Riya Dedha" userId="3f1bfae07ff43ac9" providerId="LiveId" clId="{7B7408DD-8483-4C9C-AA14-4D9BBAEBB568}" dt="2026-05-17T14:42:21.526" v="139" actId="1076"/>
        <pc:sldMkLst>
          <pc:docMk/>
          <pc:sldMk cId="2902743324" sldId="264"/>
        </pc:sldMkLst>
        <pc:spChg chg="del">
          <ac:chgData name="Riya Dedha" userId="3f1bfae07ff43ac9" providerId="LiveId" clId="{7B7408DD-8483-4C9C-AA14-4D9BBAEBB568}" dt="2026-05-17T14:39:14.944" v="15" actId="478"/>
          <ac:spMkLst>
            <pc:docMk/>
            <pc:sldMk cId="2902743324" sldId="264"/>
            <ac:spMk id="3" creationId="{BC73EE8D-1377-F11E-99F3-372588F53B81}"/>
          </ac:spMkLst>
        </pc:spChg>
        <pc:spChg chg="add del">
          <ac:chgData name="Riya Dedha" userId="3f1bfae07ff43ac9" providerId="LiveId" clId="{7B7408DD-8483-4C9C-AA14-4D9BBAEBB568}" dt="2026-05-17T14:39:21.518" v="18" actId="478"/>
          <ac:spMkLst>
            <pc:docMk/>
            <pc:sldMk cId="2902743324" sldId="264"/>
            <ac:spMk id="6" creationId="{68DABB0F-4189-1F45-F97E-478A44D7A4FB}"/>
          </ac:spMkLst>
        </pc:spChg>
        <pc:spChg chg="del">
          <ac:chgData name="Riya Dedha" userId="3f1bfae07ff43ac9" providerId="LiveId" clId="{7B7408DD-8483-4C9C-AA14-4D9BBAEBB568}" dt="2026-05-17T14:39:29.480" v="20" actId="478"/>
          <ac:spMkLst>
            <pc:docMk/>
            <pc:sldMk cId="2902743324" sldId="264"/>
            <ac:spMk id="7" creationId="{DA7E143B-7E40-D0C9-405B-AF6D33E54DF7}"/>
          </ac:spMkLst>
        </pc:spChg>
        <pc:spChg chg="add del">
          <ac:chgData name="Riya Dedha" userId="3f1bfae07ff43ac9" providerId="LiveId" clId="{7B7408DD-8483-4C9C-AA14-4D9BBAEBB568}" dt="2026-05-17T14:39:40.636" v="26" actId="478"/>
          <ac:spMkLst>
            <pc:docMk/>
            <pc:sldMk cId="2902743324" sldId="264"/>
            <ac:spMk id="8" creationId="{C45AF753-DE78-FA22-733C-10A3AF9890D1}"/>
          </ac:spMkLst>
        </pc:spChg>
        <pc:spChg chg="del">
          <ac:chgData name="Riya Dedha" userId="3f1bfae07ff43ac9" providerId="LiveId" clId="{7B7408DD-8483-4C9C-AA14-4D9BBAEBB568}" dt="2026-05-17T14:39:32.894" v="21" actId="478"/>
          <ac:spMkLst>
            <pc:docMk/>
            <pc:sldMk cId="2902743324" sldId="264"/>
            <ac:spMk id="9" creationId="{3255265D-4C4D-3749-7DC3-5489E18953CE}"/>
          </ac:spMkLst>
        </pc:spChg>
        <pc:spChg chg="del">
          <ac:chgData name="Riya Dedha" userId="3f1bfae07ff43ac9" providerId="LiveId" clId="{7B7408DD-8483-4C9C-AA14-4D9BBAEBB568}" dt="2026-05-17T14:39:16.861" v="16" actId="478"/>
          <ac:spMkLst>
            <pc:docMk/>
            <pc:sldMk cId="2902743324" sldId="264"/>
            <ac:spMk id="10" creationId="{8EE237FA-7543-2450-79BC-B9B17BC77034}"/>
          </ac:spMkLst>
        </pc:spChg>
        <pc:spChg chg="add del">
          <ac:chgData name="Riya Dedha" userId="3f1bfae07ff43ac9" providerId="LiveId" clId="{7B7408DD-8483-4C9C-AA14-4D9BBAEBB568}" dt="2026-05-17T14:39:44.637" v="27" actId="478"/>
          <ac:spMkLst>
            <pc:docMk/>
            <pc:sldMk cId="2902743324" sldId="264"/>
            <ac:spMk id="11" creationId="{7EF37C7E-CACC-CDE5-53C0-A11E0BB33AC5}"/>
          </ac:spMkLst>
        </pc:spChg>
        <pc:spChg chg="del">
          <ac:chgData name="Riya Dedha" userId="3f1bfae07ff43ac9" providerId="LiveId" clId="{7B7408DD-8483-4C9C-AA14-4D9BBAEBB568}" dt="2026-05-17T14:39:46.960" v="29" actId="478"/>
          <ac:spMkLst>
            <pc:docMk/>
            <pc:sldMk cId="2902743324" sldId="264"/>
            <ac:spMk id="12" creationId="{0C9A55D5-1C63-0CFB-8465-ECA1885BAF35}"/>
          </ac:spMkLst>
        </pc:spChg>
        <pc:spChg chg="add del">
          <ac:chgData name="Riya Dedha" userId="3f1bfae07ff43ac9" providerId="LiveId" clId="{7B7408DD-8483-4C9C-AA14-4D9BBAEBB568}" dt="2026-05-17T14:39:45.948" v="28" actId="478"/>
          <ac:spMkLst>
            <pc:docMk/>
            <pc:sldMk cId="2902743324" sldId="264"/>
            <ac:spMk id="13" creationId="{3580D8F0-4943-491E-4BEE-BC51D912FA4A}"/>
          </ac:spMkLst>
        </pc:spChg>
        <pc:spChg chg="add del mod">
          <ac:chgData name="Riya Dedha" userId="3f1bfae07ff43ac9" providerId="LiveId" clId="{7B7408DD-8483-4C9C-AA14-4D9BBAEBB568}" dt="2026-05-17T14:39:38.673" v="25" actId="478"/>
          <ac:spMkLst>
            <pc:docMk/>
            <pc:sldMk cId="2902743324" sldId="264"/>
            <ac:spMk id="14" creationId="{12462268-6B22-179E-CFBE-8E6C3D4BC517}"/>
          </ac:spMkLst>
        </pc:spChg>
        <pc:spChg chg="add del">
          <ac:chgData name="Riya Dedha" userId="3f1bfae07ff43ac9" providerId="LiveId" clId="{7B7408DD-8483-4C9C-AA14-4D9BBAEBB568}" dt="2026-05-17T14:39:49.741" v="32" actId="478"/>
          <ac:spMkLst>
            <pc:docMk/>
            <pc:sldMk cId="2902743324" sldId="264"/>
            <ac:spMk id="15" creationId="{784DD70C-971E-A641-8BB9-40478D615EAE}"/>
          </ac:spMkLst>
        </pc:spChg>
        <pc:spChg chg="add del">
          <ac:chgData name="Riya Dedha" userId="3f1bfae07ff43ac9" providerId="LiveId" clId="{7B7408DD-8483-4C9C-AA14-4D9BBAEBB568}" dt="2026-05-17T14:41:05.272" v="57" actId="478"/>
          <ac:spMkLst>
            <pc:docMk/>
            <pc:sldMk cId="2902743324" sldId="264"/>
            <ac:spMk id="16" creationId="{0F39B70A-535B-9213-BDD0-6FBAA660D36E}"/>
          </ac:spMkLst>
        </pc:spChg>
        <pc:spChg chg="add del">
          <ac:chgData name="Riya Dedha" userId="3f1bfae07ff43ac9" providerId="LiveId" clId="{7B7408DD-8483-4C9C-AA14-4D9BBAEBB568}" dt="2026-05-17T14:39:48.803" v="31" actId="478"/>
          <ac:spMkLst>
            <pc:docMk/>
            <pc:sldMk cId="2902743324" sldId="264"/>
            <ac:spMk id="17" creationId="{2BC27816-64D4-1AFB-781E-1185FC624BC5}"/>
          </ac:spMkLst>
        </pc:spChg>
        <pc:spChg chg="del">
          <ac:chgData name="Riya Dedha" userId="3f1bfae07ff43ac9" providerId="LiveId" clId="{7B7408DD-8483-4C9C-AA14-4D9BBAEBB568}" dt="2026-05-17T14:39:47.818" v="30" actId="478"/>
          <ac:spMkLst>
            <pc:docMk/>
            <pc:sldMk cId="2902743324" sldId="264"/>
            <ac:spMk id="18" creationId="{3C51D1F4-6621-7E23-5121-C44842B21A17}"/>
          </ac:spMkLst>
        </pc:spChg>
        <pc:spChg chg="add del">
          <ac:chgData name="Riya Dedha" userId="3f1bfae07ff43ac9" providerId="LiveId" clId="{7B7408DD-8483-4C9C-AA14-4D9BBAEBB568}" dt="2026-05-17T14:41:03.702" v="56" actId="478"/>
          <ac:spMkLst>
            <pc:docMk/>
            <pc:sldMk cId="2902743324" sldId="264"/>
            <ac:spMk id="19" creationId="{247A372B-9AA9-22BA-F08A-91666E429D83}"/>
          </ac:spMkLst>
        </pc:spChg>
        <pc:spChg chg="add del">
          <ac:chgData name="Riya Dedha" userId="3f1bfae07ff43ac9" providerId="LiveId" clId="{7B7408DD-8483-4C9C-AA14-4D9BBAEBB568}" dt="2026-05-17T14:41:06.930" v="58" actId="478"/>
          <ac:spMkLst>
            <pc:docMk/>
            <pc:sldMk cId="2902743324" sldId="264"/>
            <ac:spMk id="20" creationId="{385C4185-CECB-F4C0-6DC9-F4707CFB195E}"/>
          </ac:spMkLst>
        </pc:spChg>
        <pc:spChg chg="del">
          <ac:chgData name="Riya Dedha" userId="3f1bfae07ff43ac9" providerId="LiveId" clId="{7B7408DD-8483-4C9C-AA14-4D9BBAEBB568}" dt="2026-05-17T14:39:52.889" v="35" actId="478"/>
          <ac:spMkLst>
            <pc:docMk/>
            <pc:sldMk cId="2902743324" sldId="264"/>
            <ac:spMk id="21" creationId="{2E10373D-E7C5-DC8F-CD2F-07100CC5C375}"/>
          </ac:spMkLst>
        </pc:spChg>
        <pc:spChg chg="del">
          <ac:chgData name="Riya Dedha" userId="3f1bfae07ff43ac9" providerId="LiveId" clId="{7B7408DD-8483-4C9C-AA14-4D9BBAEBB568}" dt="2026-05-17T14:39:51.709" v="34" actId="478"/>
          <ac:spMkLst>
            <pc:docMk/>
            <pc:sldMk cId="2902743324" sldId="264"/>
            <ac:spMk id="22" creationId="{9692437F-9E62-F225-84B3-2A8469AEDBAD}"/>
          </ac:spMkLst>
        </pc:spChg>
        <pc:spChg chg="add del mod">
          <ac:chgData name="Riya Dedha" userId="3f1bfae07ff43ac9" providerId="LiveId" clId="{7B7408DD-8483-4C9C-AA14-4D9BBAEBB568}" dt="2026-05-17T14:41:09.840" v="60" actId="478"/>
          <ac:spMkLst>
            <pc:docMk/>
            <pc:sldMk cId="2902743324" sldId="264"/>
            <ac:spMk id="23" creationId="{A15E483A-BA8E-7B57-FEE6-755F8A509C52}"/>
          </ac:spMkLst>
        </pc:spChg>
        <pc:spChg chg="add del">
          <ac:chgData name="Riya Dedha" userId="3f1bfae07ff43ac9" providerId="LiveId" clId="{7B7408DD-8483-4C9C-AA14-4D9BBAEBB568}" dt="2026-05-17T14:41:08.488" v="59" actId="478"/>
          <ac:spMkLst>
            <pc:docMk/>
            <pc:sldMk cId="2902743324" sldId="264"/>
            <ac:spMk id="24" creationId="{DCAB281D-7679-6616-0C2C-66BD47802F38}"/>
          </ac:spMkLst>
        </pc:spChg>
        <pc:spChg chg="add del mod">
          <ac:chgData name="Riya Dedha" userId="3f1bfae07ff43ac9" providerId="LiveId" clId="{7B7408DD-8483-4C9C-AA14-4D9BBAEBB568}" dt="2026-05-17T14:42:21.526" v="139" actId="1076"/>
          <ac:spMkLst>
            <pc:docMk/>
            <pc:sldMk cId="2902743324" sldId="264"/>
            <ac:spMk id="25" creationId="{400CD912-76A3-961E-0001-AD09D3F9279F}"/>
          </ac:spMkLst>
        </pc:spChg>
        <pc:spChg chg="add del">
          <ac:chgData name="Riya Dedha" userId="3f1bfae07ff43ac9" providerId="LiveId" clId="{7B7408DD-8483-4C9C-AA14-4D9BBAEBB568}" dt="2026-05-17T14:39:53.678" v="36" actId="478"/>
          <ac:spMkLst>
            <pc:docMk/>
            <pc:sldMk cId="2902743324" sldId="264"/>
            <ac:spMk id="26" creationId="{67DD8D1D-E00D-677D-4A02-716C66142A7C}"/>
          </ac:spMkLst>
        </pc:spChg>
        <pc:spChg chg="add del mod">
          <ac:chgData name="Riya Dedha" userId="3f1bfae07ff43ac9" providerId="LiveId" clId="{7B7408DD-8483-4C9C-AA14-4D9BBAEBB568}" dt="2026-05-17T14:39:50.740" v="33" actId="478"/>
          <ac:spMkLst>
            <pc:docMk/>
            <pc:sldMk cId="2902743324" sldId="264"/>
            <ac:spMk id="2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Off-Task Share (%)</c:v>
                </c:pt>
              </c:strCache>
            </c:strRef>
          </c:tx>
          <c:spPr>
            <a:solidFill>
              <a:srgbClr val="E8251A"/>
            </a:solidFill>
            <a:effectLst/>
          </c:spPr>
          <c:invertIfNegative val="0"/>
          <c:dPt>
            <c:idx val="0"/>
            <c:invertIfNegative val="0"/>
            <c:bubble3D val="0"/>
            <c:extLst>
              <c:ext xmlns:c16="http://schemas.microsoft.com/office/drawing/2014/chart" uri="{C3380CC4-5D6E-409C-BE32-E72D297353CC}">
                <c16:uniqueId val="{00000001-133D-471C-8EA6-59F4B8E9F998}"/>
              </c:ext>
            </c:extLst>
          </c:dPt>
          <c:dPt>
            <c:idx val="1"/>
            <c:invertIfNegative val="0"/>
            <c:bubble3D val="0"/>
            <c:spPr>
              <a:solidFill>
                <a:srgbClr val="C0392B"/>
              </a:solidFill>
              <a:effectLst/>
            </c:spPr>
            <c:extLst>
              <c:ext xmlns:c16="http://schemas.microsoft.com/office/drawing/2014/chart" uri="{C3380CC4-5D6E-409C-BE32-E72D297353CC}">
                <c16:uniqueId val="{00000003-133D-471C-8EA6-59F4B8E9F998}"/>
              </c:ext>
            </c:extLst>
          </c:dPt>
          <c:dPt>
            <c:idx val="2"/>
            <c:invertIfNegative val="0"/>
            <c:bubble3D val="0"/>
            <c:spPr>
              <a:solidFill>
                <a:srgbClr val="E74C3C"/>
              </a:solidFill>
              <a:effectLst/>
            </c:spPr>
            <c:extLst>
              <c:ext xmlns:c16="http://schemas.microsoft.com/office/drawing/2014/chart" uri="{C3380CC4-5D6E-409C-BE32-E72D297353CC}">
                <c16:uniqueId val="{00000005-133D-471C-8EA6-59F4B8E9F998}"/>
              </c:ext>
            </c:extLst>
          </c:dPt>
          <c:dPt>
            <c:idx val="3"/>
            <c:invertIfNegative val="0"/>
            <c:bubble3D val="0"/>
            <c:spPr>
              <a:solidFill>
                <a:srgbClr val="FF6B6B"/>
              </a:solidFill>
              <a:effectLst/>
            </c:spPr>
            <c:extLst>
              <c:ext xmlns:c16="http://schemas.microsoft.com/office/drawing/2014/chart" uri="{C3380CC4-5D6E-409C-BE32-E72D297353CC}">
                <c16:uniqueId val="{00000007-133D-471C-8EA6-59F4B8E9F998}"/>
              </c:ext>
            </c:extLst>
          </c:dPt>
          <c:dPt>
            <c:idx val="4"/>
            <c:invertIfNegative val="0"/>
            <c:bubble3D val="0"/>
            <c:spPr>
              <a:solidFill>
                <a:srgbClr val="FF9999"/>
              </a:solidFill>
              <a:effectLst/>
            </c:spPr>
            <c:extLst>
              <c:ext xmlns:c16="http://schemas.microsoft.com/office/drawing/2014/chart" uri="{C3380CC4-5D6E-409C-BE32-E72D297353CC}">
                <c16:uniqueId val="{00000009-133D-471C-8EA6-59F4B8E9F998}"/>
              </c:ext>
            </c:extLst>
          </c:dPt>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Social Media</c:v>
                </c:pt>
                <c:pt idx="1">
                  <c:v>Messaging Apps</c:v>
                </c:pt>
                <c:pt idx="2">
                  <c:v>E-commerce</c:v>
                </c:pt>
                <c:pt idx="3">
                  <c:v>Gaming</c:v>
                </c:pt>
                <c:pt idx="4">
                  <c:v>Streaming</c:v>
                </c:pt>
              </c:strCache>
            </c:strRef>
          </c:cat>
          <c:val>
            <c:numRef>
              <c:f>Sheet1!$B$2:$B$6</c:f>
              <c:numCache>
                <c:formatCode>General</c:formatCode>
                <c:ptCount val="5"/>
                <c:pt idx="0">
                  <c:v>38.200000000000003</c:v>
                </c:pt>
                <c:pt idx="1">
                  <c:v>27.6</c:v>
                </c:pt>
                <c:pt idx="2">
                  <c:v>10.8</c:v>
                </c:pt>
                <c:pt idx="3">
                  <c:v>14.3</c:v>
                </c:pt>
                <c:pt idx="4">
                  <c:v>9.1</c:v>
                </c:pt>
              </c:numCache>
            </c:numRef>
          </c:val>
          <c:extLst>
            <c:ext xmlns:c16="http://schemas.microsoft.com/office/drawing/2014/chart" uri="{C3380CC4-5D6E-409C-BE32-E72D297353CC}">
              <c16:uniqueId val="{0000000A-133D-471C-8EA6-59F4B8E9F99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Off-Task Time (min)</c:v>
                </c:pt>
              </c:strCache>
            </c:strRef>
          </c:tx>
          <c:spPr>
            <a:solidFill>
              <a:srgbClr val="1A6E8E"/>
            </a:solidFill>
            <a:effectLst/>
          </c:spPr>
          <c:invertIfNegative val="0"/>
          <c:dPt>
            <c:idx val="0"/>
            <c:invertIfNegative val="0"/>
            <c:bubble3D val="0"/>
            <c:extLst>
              <c:ext xmlns:c16="http://schemas.microsoft.com/office/drawing/2014/chart" uri="{C3380CC4-5D6E-409C-BE32-E72D297353CC}">
                <c16:uniqueId val="{00000001-9EA6-44BB-ACAF-E81BD96218C3}"/>
              </c:ext>
            </c:extLst>
          </c:dPt>
          <c:dPt>
            <c:idx val="1"/>
            <c:invertIfNegative val="0"/>
            <c:bubble3D val="0"/>
            <c:spPr>
              <a:solidFill>
                <a:srgbClr val="2196A6"/>
              </a:solidFill>
              <a:effectLst/>
            </c:spPr>
            <c:extLst>
              <c:ext xmlns:c16="http://schemas.microsoft.com/office/drawing/2014/chart" uri="{C3380CC4-5D6E-409C-BE32-E72D297353CC}">
                <c16:uniqueId val="{00000003-9EA6-44BB-ACAF-E81BD96218C3}"/>
              </c:ext>
            </c:extLst>
          </c:dPt>
          <c:dPt>
            <c:idx val="2"/>
            <c:invertIfNegative val="0"/>
            <c:bubble3D val="0"/>
            <c:spPr>
              <a:solidFill>
                <a:srgbClr val="27B0C4"/>
              </a:solidFill>
              <a:effectLst/>
            </c:spPr>
            <c:extLst>
              <c:ext xmlns:c16="http://schemas.microsoft.com/office/drawing/2014/chart" uri="{C3380CC4-5D6E-409C-BE32-E72D297353CC}">
                <c16:uniqueId val="{00000005-9EA6-44BB-ACAF-E81BD96218C3}"/>
              </c:ext>
            </c:extLst>
          </c:dPt>
          <c:dPt>
            <c:idx val="3"/>
            <c:invertIfNegative val="0"/>
            <c:bubble3D val="0"/>
            <c:spPr>
              <a:solidFill>
                <a:srgbClr val="35C9DE"/>
              </a:solidFill>
              <a:effectLst/>
            </c:spPr>
            <c:extLst>
              <c:ext xmlns:c16="http://schemas.microsoft.com/office/drawing/2014/chart" uri="{C3380CC4-5D6E-409C-BE32-E72D297353CC}">
                <c16:uniqueId val="{00000007-9EA6-44BB-ACAF-E81BD96218C3}"/>
              </c:ext>
            </c:extLst>
          </c:dPt>
          <c:dLbls>
            <c:numFmt formatCode="#,##0" sourceLinked="0"/>
            <c:spPr>
              <a:noFill/>
              <a:ln>
                <a:noFill/>
              </a:ln>
              <a:effectLst/>
            </c:spPr>
            <c:txPr>
              <a:bodyPr/>
              <a:lstStyle/>
              <a:p>
                <a:pPr>
                  <a:defRPr sz="12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Computer Sci.</c:v>
                </c:pt>
                <c:pt idx="1">
                  <c:v>Business</c:v>
                </c:pt>
                <c:pt idx="2">
                  <c:v>Social Sci.</c:v>
                </c:pt>
                <c:pt idx="3">
                  <c:v>Env. Studies</c:v>
                </c:pt>
              </c:strCache>
            </c:strRef>
          </c:cat>
          <c:val>
            <c:numRef>
              <c:f>Sheet1!$B$2:$B$5</c:f>
              <c:numCache>
                <c:formatCode>General</c:formatCode>
                <c:ptCount val="4"/>
                <c:pt idx="0">
                  <c:v>18.3</c:v>
                </c:pt>
                <c:pt idx="1">
                  <c:v>24.1</c:v>
                </c:pt>
                <c:pt idx="2">
                  <c:v>26.8</c:v>
                </c:pt>
                <c:pt idx="3">
                  <c:v>29.7</c:v>
                </c:pt>
              </c:numCache>
            </c:numRef>
          </c:val>
          <c:extLst>
            <c:ext xmlns:c16="http://schemas.microsoft.com/office/drawing/2014/chart" uri="{C3380CC4-5D6E-409C-BE32-E72D297353CC}">
              <c16:uniqueId val="{00000008-9EA6-44BB-ACAF-E81BD96218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7849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C2C1D-35C9-B92F-3DC6-8647152F4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29AE2-97D6-F2FE-A623-7019301EA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232D4-9A86-5D4E-92B0-69E4DF6675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DA5884-9FC3-D262-A51D-1E97BB72523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34988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 name="Shape 1"/>
          <p:cNvSpPr/>
          <p:nvPr/>
        </p:nvSpPr>
        <p:spPr>
          <a:xfrm>
            <a:off x="0" y="4846320"/>
            <a:ext cx="9144000" cy="2971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 name="Text 2"/>
          <p:cNvSpPr/>
          <p:nvPr/>
        </p:nvSpPr>
        <p:spPr>
          <a:xfrm>
            <a:off x="274320" y="465151"/>
            <a:ext cx="8595360" cy="320040"/>
          </a:xfrm>
          <a:prstGeom prst="rect">
            <a:avLst/>
          </a:prstGeom>
          <a:noFill/>
          <a:ln/>
        </p:spPr>
        <p:txBody>
          <a:bodyPr wrap="square" lIns="0" tIns="0" rIns="0" bIns="0" rtlCol="0" anchor="ctr"/>
          <a:lstStyle/>
          <a:p>
            <a:pPr marL="0" indent="0" algn="ctr">
              <a:buNone/>
            </a:pPr>
            <a:r>
              <a:rPr lang="en-US" sz="1050" dirty="0">
                <a:solidFill>
                  <a:srgbClr val="1A1A1A"/>
                </a:solidFill>
                <a:latin typeface="Times New Roman" panose="02020603050405020304" pitchFamily="18" charset="0"/>
                <a:ea typeface="Calibri" pitchFamily="34" charset="-122"/>
                <a:cs typeface="Times New Roman" panose="02020603050405020304" pitchFamily="18" charset="0"/>
              </a:rPr>
              <a:t>Project Presentation of CO-OP Project at Industry (Module-2) (22CS421)</a:t>
            </a:r>
            <a:endParaRPr lang="en-US" sz="1050" dirty="0">
              <a:latin typeface="Times New Roman" panose="02020603050405020304" pitchFamily="18" charset="0"/>
              <a:cs typeface="Times New Roman" panose="02020603050405020304" pitchFamily="18" charset="0"/>
            </a:endParaRPr>
          </a:p>
        </p:txBody>
      </p:sp>
      <p:sp>
        <p:nvSpPr>
          <p:cNvPr id="5" name="Text 3"/>
          <p:cNvSpPr/>
          <p:nvPr/>
        </p:nvSpPr>
        <p:spPr>
          <a:xfrm>
            <a:off x="274320" y="777240"/>
            <a:ext cx="8595360" cy="256032"/>
          </a:xfrm>
          <a:prstGeom prst="rect">
            <a:avLst/>
          </a:prstGeom>
          <a:noFill/>
          <a:ln/>
        </p:spPr>
        <p:txBody>
          <a:bodyPr wrap="square" lIns="0" tIns="0" rIns="0" bIns="0" rtlCol="0" anchor="ctr"/>
          <a:lstStyle/>
          <a:p>
            <a:pPr marL="0" indent="0" algn="ctr">
              <a:buNone/>
            </a:pPr>
            <a:r>
              <a:rPr lang="en-US" sz="1100" dirty="0">
                <a:solidFill>
                  <a:srgbClr val="1A1A1A"/>
                </a:solidFill>
                <a:latin typeface="Times New Roman" panose="02020603050405020304" pitchFamily="18" charset="0"/>
                <a:ea typeface="Calibri" pitchFamily="34" charset="-122"/>
                <a:cs typeface="Times New Roman" panose="02020603050405020304" pitchFamily="18" charset="0"/>
              </a:rPr>
              <a:t>On</a:t>
            </a:r>
            <a:endParaRPr lang="en-US" sz="1100" dirty="0">
              <a:latin typeface="Times New Roman" panose="02020603050405020304" pitchFamily="18" charset="0"/>
              <a:cs typeface="Times New Roman" panose="02020603050405020304" pitchFamily="18" charset="0"/>
            </a:endParaRPr>
          </a:p>
        </p:txBody>
      </p:sp>
      <p:sp>
        <p:nvSpPr>
          <p:cNvPr id="6" name="Text 4"/>
          <p:cNvSpPr/>
          <p:nvPr/>
        </p:nvSpPr>
        <p:spPr>
          <a:xfrm>
            <a:off x="457200" y="1005840"/>
            <a:ext cx="8229600" cy="914400"/>
          </a:xfrm>
          <a:prstGeom prst="rect">
            <a:avLst/>
          </a:prstGeom>
          <a:noFill/>
          <a:ln/>
        </p:spPr>
        <p:txBody>
          <a:bodyPr wrap="square" lIns="0" tIns="0" rIns="0" bIns="0" rtlCol="0" anchor="ctr"/>
          <a:lstStyle/>
          <a:p>
            <a:pPr marL="0" indent="0" algn="ctr">
              <a:buNone/>
            </a:pPr>
            <a:r>
              <a:rPr lang="en-US" sz="3000" b="1" dirty="0">
                <a:solidFill>
                  <a:srgbClr val="1A1A1A"/>
                </a:solidFill>
                <a:latin typeface="Times New Roman" panose="02020603050405020304" pitchFamily="18" charset="0"/>
                <a:ea typeface="Calibri" pitchFamily="34" charset="-122"/>
                <a:cs typeface="Times New Roman" panose="02020603050405020304" pitchFamily="18" charset="0"/>
              </a:rPr>
              <a:t>Digital Distraction Analysis in</a:t>
            </a:r>
            <a:endParaRPr lang="en-US" sz="3000" dirty="0">
              <a:latin typeface="Times New Roman" panose="02020603050405020304" pitchFamily="18" charset="0"/>
              <a:cs typeface="Times New Roman" panose="02020603050405020304" pitchFamily="18" charset="0"/>
            </a:endParaRPr>
          </a:p>
          <a:p>
            <a:pPr marL="0" indent="0" algn="ctr">
              <a:buNone/>
            </a:pPr>
            <a:r>
              <a:rPr lang="en-US" sz="3000" b="1" dirty="0">
                <a:solidFill>
                  <a:srgbClr val="1A1A1A"/>
                </a:solidFill>
                <a:latin typeface="Times New Roman" panose="02020603050405020304" pitchFamily="18" charset="0"/>
                <a:ea typeface="Calibri" pitchFamily="34" charset="-122"/>
                <a:cs typeface="Times New Roman" panose="02020603050405020304" pitchFamily="18" charset="0"/>
              </a:rPr>
              <a:t>Online Learning</a:t>
            </a:r>
            <a:endParaRPr lang="en-US" sz="3000" dirty="0">
              <a:latin typeface="Times New Roman" panose="02020603050405020304" pitchFamily="18" charset="0"/>
              <a:cs typeface="Times New Roman" panose="02020603050405020304" pitchFamily="18" charset="0"/>
            </a:endParaRPr>
          </a:p>
        </p:txBody>
      </p:sp>
      <p:sp>
        <p:nvSpPr>
          <p:cNvPr id="8" name="Text 6"/>
          <p:cNvSpPr/>
          <p:nvPr/>
        </p:nvSpPr>
        <p:spPr>
          <a:xfrm>
            <a:off x="2286000" y="2103120"/>
            <a:ext cx="4572000" cy="1005840"/>
          </a:xfrm>
          <a:prstGeom prst="rect">
            <a:avLst/>
          </a:prstGeom>
          <a:noFill/>
          <a:ln/>
        </p:spPr>
        <p:txBody>
          <a:bodyPr wrap="square" lIns="0" tIns="0" rIns="0" bIns="0" rtlCol="0" anchor="ctr"/>
          <a:lstStyle/>
          <a:p>
            <a:pPr marL="0" indent="0" algn="ctr">
              <a:buNone/>
            </a:pPr>
            <a:r>
              <a:rPr lang="en-US" sz="1300" b="1" dirty="0">
                <a:solidFill>
                  <a:srgbClr val="333333"/>
                </a:solidFill>
                <a:latin typeface="Times New Roman" panose="02020603050405020304" pitchFamily="18" charset="0"/>
                <a:ea typeface="Calibri" pitchFamily="34" charset="-122"/>
                <a:cs typeface="Times New Roman" panose="02020603050405020304" pitchFamily="18" charset="0"/>
              </a:rPr>
              <a:t>Aayush Mehta</a:t>
            </a:r>
            <a:r>
              <a:rPr lang="en-US" sz="1300" dirty="0">
                <a:solidFill>
                  <a:srgbClr val="333333"/>
                </a:solidFill>
                <a:latin typeface="Times New Roman" panose="02020603050405020304" pitchFamily="18" charset="0"/>
                <a:ea typeface="Calibri" pitchFamily="34" charset="-122"/>
                <a:cs typeface="Times New Roman" panose="02020603050405020304" pitchFamily="18" charset="0"/>
              </a:rPr>
              <a:t>    -    2210990022
</a:t>
            </a:r>
            <a:r>
              <a:rPr lang="en-US" sz="1300" b="1" dirty="0">
                <a:solidFill>
                  <a:srgbClr val="333333"/>
                </a:solidFill>
                <a:latin typeface="Times New Roman" panose="02020603050405020304" pitchFamily="18" charset="0"/>
                <a:ea typeface="Calibri" pitchFamily="34" charset="-122"/>
                <a:cs typeface="Times New Roman" panose="02020603050405020304" pitchFamily="18" charset="0"/>
              </a:rPr>
              <a:t>Harmeet Singh</a:t>
            </a:r>
            <a:r>
              <a:rPr lang="en-US" sz="1300" dirty="0">
                <a:solidFill>
                  <a:srgbClr val="333333"/>
                </a:solidFill>
                <a:latin typeface="Times New Roman" panose="02020603050405020304" pitchFamily="18" charset="0"/>
                <a:ea typeface="Calibri" pitchFamily="34" charset="-122"/>
                <a:cs typeface="Times New Roman" panose="02020603050405020304" pitchFamily="18" charset="0"/>
              </a:rPr>
              <a:t>  –  2210990373
</a:t>
            </a:r>
            <a:r>
              <a:rPr lang="en-US" sz="1300" b="1" dirty="0">
                <a:solidFill>
                  <a:srgbClr val="333333"/>
                </a:solidFill>
                <a:latin typeface="Times New Roman" panose="02020603050405020304" pitchFamily="18" charset="0"/>
                <a:ea typeface="Calibri" pitchFamily="34" charset="-122"/>
                <a:cs typeface="Times New Roman" panose="02020603050405020304" pitchFamily="18" charset="0"/>
              </a:rPr>
              <a:t>Riya Singh</a:t>
            </a:r>
            <a:r>
              <a:rPr lang="en-US" sz="1300" dirty="0">
                <a:solidFill>
                  <a:srgbClr val="333333"/>
                </a:solidFill>
                <a:latin typeface="Times New Roman" panose="02020603050405020304" pitchFamily="18" charset="0"/>
                <a:ea typeface="Calibri" pitchFamily="34" charset="-122"/>
                <a:cs typeface="Times New Roman" panose="02020603050405020304" pitchFamily="18" charset="0"/>
              </a:rPr>
              <a:t>        –  2210992174
</a:t>
            </a:r>
            <a:r>
              <a:rPr lang="en-US" sz="1300" b="1" dirty="0">
                <a:solidFill>
                  <a:srgbClr val="333333"/>
                </a:solidFill>
                <a:latin typeface="Times New Roman" panose="02020603050405020304" pitchFamily="18" charset="0"/>
                <a:ea typeface="Calibri" pitchFamily="34" charset="-122"/>
                <a:cs typeface="Times New Roman" panose="02020603050405020304" pitchFamily="18" charset="0"/>
              </a:rPr>
              <a:t>Varnika Som</a:t>
            </a:r>
            <a:r>
              <a:rPr lang="en-US" sz="1300" dirty="0">
                <a:solidFill>
                  <a:srgbClr val="333333"/>
                </a:solidFill>
                <a:latin typeface="Times New Roman" panose="02020603050405020304" pitchFamily="18" charset="0"/>
                <a:ea typeface="Calibri" pitchFamily="34" charset="-122"/>
                <a:cs typeface="Times New Roman" panose="02020603050405020304" pitchFamily="18" charset="0"/>
              </a:rPr>
              <a:t>    -  2210990951</a:t>
            </a:r>
            <a:endParaRPr lang="en-US" sz="1300" dirty="0">
              <a:latin typeface="Times New Roman" panose="02020603050405020304" pitchFamily="18" charset="0"/>
              <a:cs typeface="Times New Roman" panose="02020603050405020304" pitchFamily="18" charset="0"/>
            </a:endParaRPr>
          </a:p>
        </p:txBody>
      </p:sp>
      <p:sp>
        <p:nvSpPr>
          <p:cNvPr id="9" name="Text 7"/>
          <p:cNvSpPr/>
          <p:nvPr/>
        </p:nvSpPr>
        <p:spPr>
          <a:xfrm>
            <a:off x="2286000" y="3154680"/>
            <a:ext cx="4572000" cy="548640"/>
          </a:xfrm>
          <a:prstGeom prst="rect">
            <a:avLst/>
          </a:prstGeom>
          <a:noFill/>
          <a:ln/>
        </p:spPr>
        <p:txBody>
          <a:bodyPr wrap="square" lIns="0" tIns="0" rIns="0" bIns="0" rtlCol="0" anchor="ctr"/>
          <a:lstStyle/>
          <a:p>
            <a:pPr marL="0" indent="0" algn="ctr">
              <a:buNone/>
            </a:pPr>
            <a:r>
              <a:rPr lang="en-US" sz="1200" dirty="0">
                <a:solidFill>
                  <a:srgbClr val="333333"/>
                </a:solidFill>
                <a:latin typeface="Times New Roman" panose="02020603050405020304" pitchFamily="18" charset="0"/>
                <a:ea typeface="Calibri" pitchFamily="34" charset="-122"/>
                <a:cs typeface="Times New Roman" panose="02020603050405020304" pitchFamily="18" charset="0"/>
              </a:rPr>
              <a:t>Supervised By</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333333"/>
                </a:solidFill>
                <a:latin typeface="Times New Roman" panose="02020603050405020304" pitchFamily="18" charset="0"/>
                <a:ea typeface="Calibri" pitchFamily="34" charset="-122"/>
                <a:cs typeface="Times New Roman" panose="02020603050405020304" pitchFamily="18" charset="0"/>
              </a:rPr>
              <a:t>Dr. Monika Aggarwal</a:t>
            </a:r>
            <a:endParaRPr lang="en-US" sz="1200" dirty="0">
              <a:latin typeface="Times New Roman" panose="02020603050405020304" pitchFamily="18" charset="0"/>
              <a:cs typeface="Times New Roman" panose="02020603050405020304" pitchFamily="18" charset="0"/>
            </a:endParaRPr>
          </a:p>
        </p:txBody>
      </p:sp>
      <p:sp>
        <p:nvSpPr>
          <p:cNvPr id="10" name="Text 8"/>
          <p:cNvSpPr/>
          <p:nvPr/>
        </p:nvSpPr>
        <p:spPr>
          <a:xfrm>
            <a:off x="914400" y="3794760"/>
            <a:ext cx="7315200" cy="502920"/>
          </a:xfrm>
          <a:prstGeom prst="rect">
            <a:avLst/>
          </a:prstGeom>
          <a:noFill/>
          <a:ln/>
        </p:spPr>
        <p:txBody>
          <a:bodyPr wrap="square" lIns="0" tIns="0" rIns="0" bIns="0" rtlCol="0" anchor="ctr"/>
          <a:lstStyle/>
          <a:p>
            <a:pPr marL="0" indent="0" algn="ctr">
              <a:buNone/>
            </a:pPr>
            <a:r>
              <a:rPr lang="en-US" sz="1100" dirty="0">
                <a:solidFill>
                  <a:srgbClr val="333333"/>
                </a:solidFill>
                <a:latin typeface="Times New Roman" panose="02020603050405020304" pitchFamily="18" charset="0"/>
                <a:ea typeface="Calibri" pitchFamily="34" charset="-122"/>
                <a:cs typeface="Times New Roman" panose="02020603050405020304" pitchFamily="18" charset="0"/>
              </a:rPr>
              <a:t>Department of Computer Science and Engineering,</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dirty="0">
                <a:solidFill>
                  <a:srgbClr val="333333"/>
                </a:solidFill>
                <a:latin typeface="Times New Roman" panose="02020603050405020304" pitchFamily="18" charset="0"/>
                <a:ea typeface="Calibri" pitchFamily="34" charset="-122"/>
                <a:cs typeface="Times New Roman" panose="02020603050405020304" pitchFamily="18" charset="0"/>
              </a:rPr>
              <a:t>Chitkara University, Punjab</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28600" y="0"/>
            <a:ext cx="6858000" cy="502920"/>
          </a:xfrm>
          <a:prstGeom prst="rect">
            <a:avLst/>
          </a:prstGeom>
          <a:noFill/>
          <a:ln/>
        </p:spPr>
        <p:txBody>
          <a:bodyPr wrap="square" lIns="0" tIns="0" rIns="0" bIns="0" rtlCol="0" anchor="ctr"/>
          <a:lstStyle/>
          <a:p>
            <a:pPr marL="0" indent="0" algn="l">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Introduction</a:t>
            </a:r>
            <a:endParaRPr lang="en-US" sz="2000" dirty="0">
              <a:latin typeface="Times New Roman" panose="02020603050405020304" pitchFamily="18" charset="0"/>
              <a:cs typeface="Times New Roman" panose="02020603050405020304" pitchFamily="18" charset="0"/>
            </a:endParaRPr>
          </a:p>
        </p:txBody>
      </p:sp>
      <p:pic>
        <p:nvPicPr>
          <p:cNvPr id="4" name="Image 0" descr="/home/claude/chitkara_logo2.jpeg"/>
          <p:cNvPicPr>
            <a:picLocks noChangeAspect="1"/>
          </p:cNvPicPr>
          <p:nvPr/>
        </p:nvPicPr>
        <p:blipFill>
          <a:blip r:embed="rId3"/>
          <a:stretch>
            <a:fillRect/>
          </a:stretch>
        </p:blipFill>
        <p:spPr>
          <a:xfrm>
            <a:off x="7589520" y="45720"/>
            <a:ext cx="1463040" cy="402336"/>
          </a:xfrm>
          <a:prstGeom prst="rect">
            <a:avLst/>
          </a:prstGeom>
        </p:spPr>
      </p:pic>
      <p:sp>
        <p:nvSpPr>
          <p:cNvPr id="5" name="Shape 2"/>
          <p:cNvSpPr/>
          <p:nvPr/>
        </p:nvSpPr>
        <p:spPr>
          <a:xfrm>
            <a:off x="0" y="4846320"/>
            <a:ext cx="9144000" cy="2971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Text 3"/>
          <p:cNvSpPr/>
          <p:nvPr/>
        </p:nvSpPr>
        <p:spPr>
          <a:xfrm>
            <a:off x="8503920" y="4846320"/>
            <a:ext cx="457200" cy="29718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anose="02020603050405020304" pitchFamily="18" charset="0"/>
                <a:ea typeface="Calibri" pitchFamily="34" charset="-122"/>
                <a:cs typeface="Times New Roman" panose="02020603050405020304" pitchFamily="18" charset="0"/>
              </a:rPr>
              <a:t>2</a:t>
            </a:r>
            <a:endParaRPr lang="en-US" sz="1100" dirty="0">
              <a:latin typeface="Times New Roman" panose="02020603050405020304" pitchFamily="18" charset="0"/>
              <a:cs typeface="Times New Roman" panose="02020603050405020304" pitchFamily="18" charset="0"/>
            </a:endParaRPr>
          </a:p>
        </p:txBody>
      </p:sp>
      <p:sp>
        <p:nvSpPr>
          <p:cNvPr id="7" name="Shape 4"/>
          <p:cNvSpPr/>
          <p:nvPr/>
        </p:nvSpPr>
        <p:spPr>
          <a:xfrm>
            <a:off x="274320" y="640080"/>
            <a:ext cx="4023360" cy="406908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Text 5"/>
          <p:cNvSpPr/>
          <p:nvPr/>
        </p:nvSpPr>
        <p:spPr>
          <a:xfrm>
            <a:off x="274320" y="640080"/>
            <a:ext cx="4023360" cy="347472"/>
          </a:xfrm>
          <a:prstGeom prst="rect">
            <a:avLst/>
          </a:prstGeom>
          <a:solidFill>
            <a:srgbClr val="E8251A"/>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Background &amp; Context</a:t>
            </a:r>
            <a:endParaRPr lang="en-US" sz="1200" dirty="0">
              <a:latin typeface="Times New Roman" panose="02020603050405020304" pitchFamily="18" charset="0"/>
              <a:cs typeface="Times New Roman" panose="02020603050405020304" pitchFamily="18" charset="0"/>
            </a:endParaRPr>
          </a:p>
        </p:txBody>
      </p:sp>
      <p:sp>
        <p:nvSpPr>
          <p:cNvPr id="9" name="Text 6"/>
          <p:cNvSpPr/>
          <p:nvPr/>
        </p:nvSpPr>
        <p:spPr>
          <a:xfrm>
            <a:off x="365760" y="1024128"/>
            <a:ext cx="3840480" cy="3566160"/>
          </a:xfrm>
          <a:prstGeom prst="rect">
            <a:avLst/>
          </a:prstGeom>
          <a:noFill/>
          <a:ln/>
        </p:spPr>
        <p:txBody>
          <a:bodyPr wrap="square" lIns="76200" tIns="50800" rIns="50800" bIns="50800" rtlCol="0" anchor="t"/>
          <a:lstStyle/>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Online learning has transformed student-course interaction, but brings unprecedented distraction opportunities.</a:t>
            </a:r>
            <a:endParaRPr lang="en-US" sz="1150" dirty="0">
              <a:latin typeface="Times New Roman" panose="02020603050405020304" pitchFamily="18" charset="0"/>
              <a:cs typeface="Times New Roman" panose="02020603050405020304" pitchFamily="18" charset="0"/>
            </a:endParaRPr>
          </a:p>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214 undergraduate students tracked over 14 weeks using ActivityWatch — one of the largest screen-time datasets in this domain.</a:t>
            </a:r>
            <a:endParaRPr lang="en-US" sz="1150" dirty="0">
              <a:latin typeface="Times New Roman" panose="02020603050405020304" pitchFamily="18" charset="0"/>
              <a:cs typeface="Times New Roman" panose="02020603050405020304" pitchFamily="18" charset="0"/>
            </a:endParaRPr>
          </a:p>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Apps classified into On-Task, Ambiguous, and Off-Task tiers using a novel 3-level taxonomy.</a:t>
            </a:r>
            <a:endParaRPr lang="en-US" sz="1150" dirty="0">
              <a:latin typeface="Times New Roman" panose="02020603050405020304" pitchFamily="18" charset="0"/>
              <a:cs typeface="Times New Roman" panose="02020603050405020304" pitchFamily="18" charset="0"/>
            </a:endParaRPr>
          </a:p>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Students spent a median of 23.4 min out of 90 min of lecture on off-task behavior — about 26% of class time.</a:t>
            </a:r>
            <a:endParaRPr lang="en-US" sz="1150" dirty="0">
              <a:latin typeface="Times New Roman" panose="02020603050405020304" pitchFamily="18" charset="0"/>
              <a:cs typeface="Times New Roman" panose="02020603050405020304" pitchFamily="18" charset="0"/>
            </a:endParaRPr>
          </a:p>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65% of off-task activity involved social media and messaging platforms.</a:t>
            </a:r>
            <a:endParaRPr lang="en-US" sz="1150" dirty="0">
              <a:latin typeface="Times New Roman" panose="02020603050405020304" pitchFamily="18" charset="0"/>
              <a:cs typeface="Times New Roman" panose="02020603050405020304" pitchFamily="18" charset="0"/>
            </a:endParaRPr>
          </a:p>
        </p:txBody>
      </p:sp>
      <p:sp>
        <p:nvSpPr>
          <p:cNvPr id="10" name="Shape 7"/>
          <p:cNvSpPr/>
          <p:nvPr/>
        </p:nvSpPr>
        <p:spPr>
          <a:xfrm>
            <a:off x="4572000" y="640080"/>
            <a:ext cx="4297680" cy="406908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1" name="Text 8"/>
          <p:cNvSpPr/>
          <p:nvPr/>
        </p:nvSpPr>
        <p:spPr>
          <a:xfrm>
            <a:off x="4572000" y="640080"/>
            <a:ext cx="4297680" cy="347472"/>
          </a:xfrm>
          <a:prstGeom prst="rect">
            <a:avLst/>
          </a:prstGeom>
          <a:solidFill>
            <a:srgbClr val="E8251A"/>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Key Contributions</a:t>
            </a:r>
            <a:endParaRPr lang="en-US" sz="1200" dirty="0">
              <a:latin typeface="Times New Roman" panose="02020603050405020304" pitchFamily="18" charset="0"/>
              <a:cs typeface="Times New Roman" panose="02020603050405020304" pitchFamily="18" charset="0"/>
            </a:endParaRPr>
          </a:p>
        </p:txBody>
      </p:sp>
      <p:sp>
        <p:nvSpPr>
          <p:cNvPr id="12" name="Text 9"/>
          <p:cNvSpPr/>
          <p:nvPr/>
        </p:nvSpPr>
        <p:spPr>
          <a:xfrm>
            <a:off x="4663440" y="1024128"/>
            <a:ext cx="4114800" cy="3566160"/>
          </a:xfrm>
          <a:prstGeom prst="rect">
            <a:avLst/>
          </a:prstGeom>
          <a:noFill/>
          <a:ln/>
        </p:spPr>
        <p:txBody>
          <a:bodyPr wrap="square" lIns="76200" tIns="50800" rIns="50800" bIns="50800" rtlCol="0" anchor="t"/>
          <a:lstStyle/>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Novel labeling scheme distinguishing on-task, ambiguous, and off-task screen time — first of its kind in online learning research.</a:t>
            </a:r>
            <a:endParaRPr lang="en-US" sz="1150" dirty="0">
              <a:latin typeface="Times New Roman" panose="02020603050405020304" pitchFamily="18" charset="0"/>
              <a:cs typeface="Times New Roman" panose="02020603050405020304" pitchFamily="18" charset="0"/>
            </a:endParaRPr>
          </a:p>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Large-scale longitudinal experiment: 14 weeks, 214 participants with passive behavioral telemetry (no self-report bias).</a:t>
            </a:r>
            <a:endParaRPr lang="en-US" sz="1150" dirty="0">
              <a:latin typeface="Times New Roman" panose="02020603050405020304" pitchFamily="18" charset="0"/>
              <a:cs typeface="Times New Roman" panose="02020603050405020304" pitchFamily="18" charset="0"/>
            </a:endParaRPr>
          </a:p>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Negative correlation (r = −0.43) between off-task behavior and module scores — statistically significant.</a:t>
            </a:r>
            <a:endParaRPr lang="en-US" sz="1150" dirty="0">
              <a:latin typeface="Times New Roman" panose="02020603050405020304" pitchFamily="18" charset="0"/>
              <a:cs typeface="Times New Roman" panose="02020603050405020304" pitchFamily="18" charset="0"/>
            </a:endParaRPr>
          </a:p>
          <a:p>
            <a:pPr marL="342900" indent="-342900">
              <a:buSzPct val="100000"/>
              <a:buChar char="•"/>
            </a:pPr>
            <a:r>
              <a:rPr lang="en-US" sz="1150" dirty="0">
                <a:solidFill>
                  <a:srgbClr val="333333"/>
                </a:solidFill>
                <a:latin typeface="Times New Roman" panose="02020603050405020304" pitchFamily="18" charset="0"/>
                <a:ea typeface="Calibri" pitchFamily="34" charset="-122"/>
                <a:cs typeface="Times New Roman" panose="02020603050405020304" pitchFamily="18" charset="0"/>
              </a:rPr>
              <a:t>Design recommendations for LMS &amp; video platforms using just-in-time feedback based on behavioral data.</a:t>
            </a:r>
            <a:endParaRPr lang="en-US" sz="11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28600" y="0"/>
            <a:ext cx="6858000" cy="502920"/>
          </a:xfrm>
          <a:prstGeom prst="rect">
            <a:avLst/>
          </a:prstGeom>
          <a:noFill/>
          <a:ln/>
        </p:spPr>
        <p:txBody>
          <a:bodyPr wrap="square" lIns="0" tIns="0" rIns="0" bIns="0" rtlCol="0" anchor="ctr"/>
          <a:lstStyle/>
          <a:p>
            <a:pPr marL="0" indent="0" algn="l">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Research Objectives</a:t>
            </a:r>
            <a:endParaRPr lang="en-US" sz="2000" dirty="0">
              <a:latin typeface="Times New Roman" panose="02020603050405020304" pitchFamily="18" charset="0"/>
              <a:cs typeface="Times New Roman" panose="02020603050405020304" pitchFamily="18" charset="0"/>
            </a:endParaRPr>
          </a:p>
        </p:txBody>
      </p:sp>
      <p:pic>
        <p:nvPicPr>
          <p:cNvPr id="4" name="Image 0" descr="/home/claude/chitkara_logo2.jpeg"/>
          <p:cNvPicPr>
            <a:picLocks noChangeAspect="1"/>
          </p:cNvPicPr>
          <p:nvPr/>
        </p:nvPicPr>
        <p:blipFill>
          <a:blip r:embed="rId3"/>
          <a:stretch>
            <a:fillRect/>
          </a:stretch>
        </p:blipFill>
        <p:spPr>
          <a:xfrm>
            <a:off x="7589520" y="45720"/>
            <a:ext cx="1463040" cy="402336"/>
          </a:xfrm>
          <a:prstGeom prst="rect">
            <a:avLst/>
          </a:prstGeom>
        </p:spPr>
      </p:pic>
      <p:sp>
        <p:nvSpPr>
          <p:cNvPr id="5" name="Shape 2"/>
          <p:cNvSpPr/>
          <p:nvPr/>
        </p:nvSpPr>
        <p:spPr>
          <a:xfrm>
            <a:off x="0" y="4846320"/>
            <a:ext cx="9144000" cy="2971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Text 3"/>
          <p:cNvSpPr/>
          <p:nvPr/>
        </p:nvSpPr>
        <p:spPr>
          <a:xfrm>
            <a:off x="8503920" y="4846320"/>
            <a:ext cx="457200" cy="29718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anose="02020603050405020304" pitchFamily="18" charset="0"/>
                <a:ea typeface="Calibri" pitchFamily="34" charset="-122"/>
                <a:cs typeface="Times New Roman" panose="02020603050405020304" pitchFamily="18" charset="0"/>
              </a:rPr>
              <a:t>3</a:t>
            </a:r>
            <a:endParaRPr lang="en-US" sz="1100" dirty="0">
              <a:latin typeface="Times New Roman" panose="02020603050405020304" pitchFamily="18" charset="0"/>
              <a:cs typeface="Times New Roman" panose="02020603050405020304" pitchFamily="18" charset="0"/>
            </a:endParaRPr>
          </a:p>
        </p:txBody>
      </p:sp>
      <p:sp>
        <p:nvSpPr>
          <p:cNvPr id="7" name="Shape 4"/>
          <p:cNvSpPr/>
          <p:nvPr/>
        </p:nvSpPr>
        <p:spPr>
          <a:xfrm>
            <a:off x="274320" y="658368"/>
            <a:ext cx="4251960" cy="118872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Shape 5"/>
          <p:cNvSpPr/>
          <p:nvPr/>
        </p:nvSpPr>
        <p:spPr>
          <a:xfrm>
            <a:off x="274320" y="658368"/>
            <a:ext cx="109728" cy="11887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9" name="Text 6"/>
          <p:cNvSpPr/>
          <p:nvPr/>
        </p:nvSpPr>
        <p:spPr>
          <a:xfrm>
            <a:off x="438912" y="704088"/>
            <a:ext cx="502920" cy="457200"/>
          </a:xfrm>
          <a:prstGeom prst="rect">
            <a:avLst/>
          </a:prstGeom>
          <a:noFill/>
          <a:ln/>
        </p:spPr>
        <p:txBody>
          <a:bodyPr wrap="square" lIns="0" tIns="0" rIns="0" bIns="0" rtlCol="0" anchor="ctr"/>
          <a:lstStyle/>
          <a:p>
            <a:pPr marL="0" indent="0">
              <a:buNone/>
            </a:pPr>
            <a:r>
              <a:rPr lang="en-US" sz="2200" b="1" dirty="0">
                <a:solidFill>
                  <a:srgbClr val="E8251A"/>
                </a:solidFill>
                <a:latin typeface="Times New Roman" panose="02020603050405020304" pitchFamily="18" charset="0"/>
                <a:ea typeface="Calibri" pitchFamily="34" charset="-122"/>
                <a:cs typeface="Times New Roman" panose="02020603050405020304" pitchFamily="18" charset="0"/>
              </a:rPr>
              <a:t>01</a:t>
            </a:r>
            <a:endParaRPr lang="en-US" sz="2200" dirty="0">
              <a:latin typeface="Times New Roman" panose="02020603050405020304" pitchFamily="18" charset="0"/>
              <a:cs typeface="Times New Roman" panose="02020603050405020304" pitchFamily="18" charset="0"/>
            </a:endParaRPr>
          </a:p>
        </p:txBody>
      </p:sp>
      <p:sp>
        <p:nvSpPr>
          <p:cNvPr id="10" name="Text 7"/>
          <p:cNvSpPr/>
          <p:nvPr/>
        </p:nvSpPr>
        <p:spPr>
          <a:xfrm>
            <a:off x="960120" y="704088"/>
            <a:ext cx="3474720" cy="347472"/>
          </a:xfrm>
          <a:prstGeom prst="rect">
            <a:avLst/>
          </a:prstGeom>
          <a:noFill/>
          <a:ln/>
        </p:spPr>
        <p:txBody>
          <a:bodyPr wrap="square" lIns="0" tIns="0" rIns="0" bIns="0" rtlCol="0" anchor="ctr"/>
          <a:lstStyle/>
          <a:p>
            <a:pPr marL="0" indent="0">
              <a:buNone/>
            </a:pPr>
            <a:r>
              <a:rPr lang="en-US" sz="1200" b="1" dirty="0">
                <a:solidFill>
                  <a:srgbClr val="1A1A1A"/>
                </a:solidFill>
                <a:latin typeface="Times New Roman" panose="02020603050405020304" pitchFamily="18" charset="0"/>
                <a:ea typeface="Calibri" pitchFamily="34" charset="-122"/>
                <a:cs typeface="Times New Roman" panose="02020603050405020304" pitchFamily="18" charset="0"/>
              </a:rPr>
              <a:t>Classify Screen-Time Behavior</a:t>
            </a:r>
            <a:endParaRPr lang="en-US" sz="1200" dirty="0">
              <a:latin typeface="Times New Roman" panose="02020603050405020304" pitchFamily="18" charset="0"/>
              <a:cs typeface="Times New Roman" panose="02020603050405020304" pitchFamily="18" charset="0"/>
            </a:endParaRPr>
          </a:p>
        </p:txBody>
      </p:sp>
      <p:sp>
        <p:nvSpPr>
          <p:cNvPr id="11" name="Text 8"/>
          <p:cNvSpPr/>
          <p:nvPr/>
        </p:nvSpPr>
        <p:spPr>
          <a:xfrm>
            <a:off x="438912" y="1115568"/>
            <a:ext cx="3995928" cy="685800"/>
          </a:xfrm>
          <a:prstGeom prst="rect">
            <a:avLst/>
          </a:prstGeom>
          <a:noFill/>
          <a:ln/>
        </p:spPr>
        <p:txBody>
          <a:bodyPr wrap="square" lIns="0" tIns="0" rIns="0" bIns="0" rtlCol="0" anchor="t"/>
          <a:lstStyle/>
          <a:p>
            <a:pPr marL="0" indent="0">
              <a:buNone/>
            </a:pPr>
            <a:r>
              <a:rPr lang="en-US" sz="1050" dirty="0">
                <a:solidFill>
                  <a:srgbClr val="555555"/>
                </a:solidFill>
                <a:latin typeface="Times New Roman" panose="02020603050405020304" pitchFamily="18" charset="0"/>
                <a:ea typeface="Calibri" pitchFamily="34" charset="-122"/>
                <a:cs typeface="Times New Roman" panose="02020603050405020304" pitchFamily="18" charset="0"/>
              </a:rPr>
              <a:t>Develop a labeling scheme to distinguish on-task, ambiguous, and off-task screen time within online learning environments.</a:t>
            </a:r>
            <a:endParaRPr lang="en-US" sz="1050" dirty="0">
              <a:latin typeface="Times New Roman" panose="02020603050405020304" pitchFamily="18" charset="0"/>
              <a:cs typeface="Times New Roman" panose="02020603050405020304" pitchFamily="18" charset="0"/>
            </a:endParaRPr>
          </a:p>
        </p:txBody>
      </p:sp>
      <p:sp>
        <p:nvSpPr>
          <p:cNvPr id="12" name="Shape 9"/>
          <p:cNvSpPr/>
          <p:nvPr/>
        </p:nvSpPr>
        <p:spPr>
          <a:xfrm>
            <a:off x="274320" y="1984248"/>
            <a:ext cx="4251960" cy="118872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3" name="Shape 10"/>
          <p:cNvSpPr/>
          <p:nvPr/>
        </p:nvSpPr>
        <p:spPr>
          <a:xfrm>
            <a:off x="274320" y="1984248"/>
            <a:ext cx="109728" cy="11887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11"/>
          <p:cNvSpPr/>
          <p:nvPr/>
        </p:nvSpPr>
        <p:spPr>
          <a:xfrm>
            <a:off x="438912" y="2029968"/>
            <a:ext cx="502920" cy="457200"/>
          </a:xfrm>
          <a:prstGeom prst="rect">
            <a:avLst/>
          </a:prstGeom>
          <a:noFill/>
          <a:ln/>
        </p:spPr>
        <p:txBody>
          <a:bodyPr wrap="square" lIns="0" tIns="0" rIns="0" bIns="0" rtlCol="0" anchor="ctr"/>
          <a:lstStyle/>
          <a:p>
            <a:pPr marL="0" indent="0">
              <a:buNone/>
            </a:pPr>
            <a:r>
              <a:rPr lang="en-US" sz="2200" b="1" dirty="0">
                <a:solidFill>
                  <a:srgbClr val="E8251A"/>
                </a:solidFill>
                <a:latin typeface="Times New Roman" panose="02020603050405020304" pitchFamily="18" charset="0"/>
                <a:ea typeface="Calibri" pitchFamily="34" charset="-122"/>
                <a:cs typeface="Times New Roman" panose="02020603050405020304" pitchFamily="18" charset="0"/>
              </a:rPr>
              <a:t>02</a:t>
            </a:r>
            <a:endParaRPr lang="en-US" sz="2200" dirty="0">
              <a:latin typeface="Times New Roman" panose="02020603050405020304" pitchFamily="18" charset="0"/>
              <a:cs typeface="Times New Roman" panose="02020603050405020304" pitchFamily="18" charset="0"/>
            </a:endParaRPr>
          </a:p>
        </p:txBody>
      </p:sp>
      <p:sp>
        <p:nvSpPr>
          <p:cNvPr id="15" name="Text 12"/>
          <p:cNvSpPr/>
          <p:nvPr/>
        </p:nvSpPr>
        <p:spPr>
          <a:xfrm>
            <a:off x="960120" y="2029968"/>
            <a:ext cx="3474720" cy="347472"/>
          </a:xfrm>
          <a:prstGeom prst="rect">
            <a:avLst/>
          </a:prstGeom>
          <a:noFill/>
          <a:ln/>
        </p:spPr>
        <p:txBody>
          <a:bodyPr wrap="square" lIns="0" tIns="0" rIns="0" bIns="0" rtlCol="0" anchor="ctr"/>
          <a:lstStyle/>
          <a:p>
            <a:pPr marL="0" indent="0">
              <a:buNone/>
            </a:pPr>
            <a:r>
              <a:rPr lang="en-US" sz="1200" b="1" dirty="0">
                <a:solidFill>
                  <a:srgbClr val="1A1A1A"/>
                </a:solidFill>
                <a:latin typeface="Times New Roman" panose="02020603050405020304" pitchFamily="18" charset="0"/>
                <a:ea typeface="Calibri" pitchFamily="34" charset="-122"/>
                <a:cs typeface="Times New Roman" panose="02020603050405020304" pitchFamily="18" charset="0"/>
              </a:rPr>
              <a:t>Quantify Off-Task Behavior</a:t>
            </a:r>
            <a:endParaRPr lang="en-US" sz="1200" dirty="0">
              <a:latin typeface="Times New Roman" panose="02020603050405020304" pitchFamily="18" charset="0"/>
              <a:cs typeface="Times New Roman" panose="02020603050405020304" pitchFamily="18" charset="0"/>
            </a:endParaRPr>
          </a:p>
        </p:txBody>
      </p:sp>
      <p:sp>
        <p:nvSpPr>
          <p:cNvPr id="16" name="Text 13"/>
          <p:cNvSpPr/>
          <p:nvPr/>
        </p:nvSpPr>
        <p:spPr>
          <a:xfrm>
            <a:off x="438912" y="2441448"/>
            <a:ext cx="3995928" cy="685800"/>
          </a:xfrm>
          <a:prstGeom prst="rect">
            <a:avLst/>
          </a:prstGeom>
          <a:noFill/>
          <a:ln/>
        </p:spPr>
        <p:txBody>
          <a:bodyPr wrap="square" lIns="0" tIns="0" rIns="0" bIns="0" rtlCol="0" anchor="t"/>
          <a:lstStyle/>
          <a:p>
            <a:pPr marL="0" indent="0">
              <a:buNone/>
            </a:pPr>
            <a:r>
              <a:rPr lang="en-US" sz="1050" dirty="0">
                <a:solidFill>
                  <a:srgbClr val="555555"/>
                </a:solidFill>
                <a:latin typeface="Times New Roman" panose="02020603050405020304" pitchFamily="18" charset="0"/>
                <a:ea typeface="Calibri" pitchFamily="34" charset="-122"/>
                <a:cs typeface="Times New Roman" panose="02020603050405020304" pitchFamily="18" charset="0"/>
              </a:rPr>
              <a:t>Measure the extent, timing, and nature of digital distractions across different courses, session phases, and demographic groups.</a:t>
            </a:r>
            <a:endParaRPr lang="en-US" sz="1050" dirty="0">
              <a:latin typeface="Times New Roman" panose="02020603050405020304" pitchFamily="18" charset="0"/>
              <a:cs typeface="Times New Roman" panose="02020603050405020304" pitchFamily="18" charset="0"/>
            </a:endParaRPr>
          </a:p>
        </p:txBody>
      </p:sp>
      <p:sp>
        <p:nvSpPr>
          <p:cNvPr id="17" name="Shape 14"/>
          <p:cNvSpPr/>
          <p:nvPr/>
        </p:nvSpPr>
        <p:spPr>
          <a:xfrm>
            <a:off x="274320" y="3310128"/>
            <a:ext cx="4251960" cy="118872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8" name="Shape 15"/>
          <p:cNvSpPr/>
          <p:nvPr/>
        </p:nvSpPr>
        <p:spPr>
          <a:xfrm>
            <a:off x="274320" y="3310128"/>
            <a:ext cx="109728" cy="11887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9" name="Text 16"/>
          <p:cNvSpPr/>
          <p:nvPr/>
        </p:nvSpPr>
        <p:spPr>
          <a:xfrm>
            <a:off x="438912" y="3355848"/>
            <a:ext cx="502920" cy="457200"/>
          </a:xfrm>
          <a:prstGeom prst="rect">
            <a:avLst/>
          </a:prstGeom>
          <a:noFill/>
          <a:ln/>
        </p:spPr>
        <p:txBody>
          <a:bodyPr wrap="square" lIns="0" tIns="0" rIns="0" bIns="0" rtlCol="0" anchor="ctr"/>
          <a:lstStyle/>
          <a:p>
            <a:pPr marL="0" indent="0">
              <a:buNone/>
            </a:pPr>
            <a:r>
              <a:rPr lang="en-US" sz="2200" b="1" dirty="0">
                <a:solidFill>
                  <a:srgbClr val="E8251A"/>
                </a:solidFill>
                <a:latin typeface="Times New Roman" panose="02020603050405020304" pitchFamily="18" charset="0"/>
                <a:ea typeface="Calibri" pitchFamily="34" charset="-122"/>
                <a:cs typeface="Times New Roman" panose="02020603050405020304" pitchFamily="18" charset="0"/>
              </a:rPr>
              <a:t>03</a:t>
            </a:r>
            <a:endParaRPr lang="en-US" sz="2200" dirty="0">
              <a:latin typeface="Times New Roman" panose="02020603050405020304" pitchFamily="18" charset="0"/>
              <a:cs typeface="Times New Roman" panose="02020603050405020304" pitchFamily="18" charset="0"/>
            </a:endParaRPr>
          </a:p>
        </p:txBody>
      </p:sp>
      <p:sp>
        <p:nvSpPr>
          <p:cNvPr id="20" name="Text 17"/>
          <p:cNvSpPr/>
          <p:nvPr/>
        </p:nvSpPr>
        <p:spPr>
          <a:xfrm>
            <a:off x="960120" y="3355848"/>
            <a:ext cx="3474720" cy="347472"/>
          </a:xfrm>
          <a:prstGeom prst="rect">
            <a:avLst/>
          </a:prstGeom>
          <a:noFill/>
          <a:ln/>
        </p:spPr>
        <p:txBody>
          <a:bodyPr wrap="square" lIns="0" tIns="0" rIns="0" bIns="0" rtlCol="0" anchor="ctr"/>
          <a:lstStyle/>
          <a:p>
            <a:pPr marL="0" indent="0">
              <a:buNone/>
            </a:pPr>
            <a:r>
              <a:rPr lang="en-US" sz="1200" b="1" dirty="0">
                <a:solidFill>
                  <a:srgbClr val="1A1A1A"/>
                </a:solidFill>
                <a:latin typeface="Times New Roman" panose="02020603050405020304" pitchFamily="18" charset="0"/>
                <a:ea typeface="Calibri" pitchFamily="34" charset="-122"/>
                <a:cs typeface="Times New Roman" panose="02020603050405020304" pitchFamily="18" charset="0"/>
              </a:rPr>
              <a:t>Analyze Academic Impact</a:t>
            </a:r>
            <a:endParaRPr lang="en-US" sz="1200" dirty="0">
              <a:latin typeface="Times New Roman" panose="02020603050405020304" pitchFamily="18" charset="0"/>
              <a:cs typeface="Times New Roman" panose="02020603050405020304" pitchFamily="18" charset="0"/>
            </a:endParaRPr>
          </a:p>
        </p:txBody>
      </p:sp>
      <p:sp>
        <p:nvSpPr>
          <p:cNvPr id="21" name="Text 18"/>
          <p:cNvSpPr/>
          <p:nvPr/>
        </p:nvSpPr>
        <p:spPr>
          <a:xfrm>
            <a:off x="438912" y="3767328"/>
            <a:ext cx="3995928" cy="685800"/>
          </a:xfrm>
          <a:prstGeom prst="rect">
            <a:avLst/>
          </a:prstGeom>
          <a:noFill/>
          <a:ln/>
        </p:spPr>
        <p:txBody>
          <a:bodyPr wrap="square" lIns="0" tIns="0" rIns="0" bIns="0" rtlCol="0" anchor="t"/>
          <a:lstStyle/>
          <a:p>
            <a:pPr marL="0" indent="0">
              <a:buNone/>
            </a:pPr>
            <a:r>
              <a:rPr lang="en-US" sz="1050" dirty="0">
                <a:solidFill>
                  <a:srgbClr val="555555"/>
                </a:solidFill>
                <a:latin typeface="Times New Roman" panose="02020603050405020304" pitchFamily="18" charset="0"/>
                <a:ea typeface="Calibri" pitchFamily="34" charset="-122"/>
                <a:cs typeface="Times New Roman" panose="02020603050405020304" pitchFamily="18" charset="0"/>
              </a:rPr>
              <a:t>Determine the relationship between cumulative off-task time and module scores while controlling for prior GPA and screen-time habits.</a:t>
            </a:r>
            <a:endParaRPr lang="en-US" sz="1050" dirty="0">
              <a:latin typeface="Times New Roman" panose="02020603050405020304" pitchFamily="18" charset="0"/>
              <a:cs typeface="Times New Roman" panose="02020603050405020304" pitchFamily="18" charset="0"/>
            </a:endParaRPr>
          </a:p>
        </p:txBody>
      </p:sp>
      <p:sp>
        <p:nvSpPr>
          <p:cNvPr id="22" name="Shape 19"/>
          <p:cNvSpPr/>
          <p:nvPr/>
        </p:nvSpPr>
        <p:spPr>
          <a:xfrm>
            <a:off x="4709160" y="658368"/>
            <a:ext cx="4251960" cy="118872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3" name="Shape 20"/>
          <p:cNvSpPr/>
          <p:nvPr/>
        </p:nvSpPr>
        <p:spPr>
          <a:xfrm>
            <a:off x="4709160" y="658368"/>
            <a:ext cx="109728" cy="11887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4" name="Text 21"/>
          <p:cNvSpPr/>
          <p:nvPr/>
        </p:nvSpPr>
        <p:spPr>
          <a:xfrm>
            <a:off x="4873752" y="704088"/>
            <a:ext cx="502920" cy="457200"/>
          </a:xfrm>
          <a:prstGeom prst="rect">
            <a:avLst/>
          </a:prstGeom>
          <a:noFill/>
          <a:ln/>
        </p:spPr>
        <p:txBody>
          <a:bodyPr wrap="square" lIns="0" tIns="0" rIns="0" bIns="0" rtlCol="0" anchor="ctr"/>
          <a:lstStyle/>
          <a:p>
            <a:pPr marL="0" indent="0">
              <a:buNone/>
            </a:pPr>
            <a:r>
              <a:rPr lang="en-US" sz="2200" b="1" dirty="0">
                <a:solidFill>
                  <a:srgbClr val="E8251A"/>
                </a:solidFill>
                <a:latin typeface="Times New Roman" panose="02020603050405020304" pitchFamily="18" charset="0"/>
                <a:ea typeface="Calibri" pitchFamily="34" charset="-122"/>
                <a:cs typeface="Times New Roman" panose="02020603050405020304" pitchFamily="18" charset="0"/>
              </a:rPr>
              <a:t>04</a:t>
            </a:r>
            <a:endParaRPr lang="en-US" sz="2200" dirty="0">
              <a:latin typeface="Times New Roman" panose="02020603050405020304" pitchFamily="18" charset="0"/>
              <a:cs typeface="Times New Roman" panose="02020603050405020304" pitchFamily="18" charset="0"/>
            </a:endParaRPr>
          </a:p>
        </p:txBody>
      </p:sp>
      <p:sp>
        <p:nvSpPr>
          <p:cNvPr id="25" name="Text 22"/>
          <p:cNvSpPr/>
          <p:nvPr/>
        </p:nvSpPr>
        <p:spPr>
          <a:xfrm>
            <a:off x="5394960" y="704088"/>
            <a:ext cx="3474720" cy="347472"/>
          </a:xfrm>
          <a:prstGeom prst="rect">
            <a:avLst/>
          </a:prstGeom>
          <a:noFill/>
          <a:ln/>
        </p:spPr>
        <p:txBody>
          <a:bodyPr wrap="square" lIns="0" tIns="0" rIns="0" bIns="0" rtlCol="0" anchor="ctr"/>
          <a:lstStyle/>
          <a:p>
            <a:pPr marL="0" indent="0">
              <a:buNone/>
            </a:pPr>
            <a:r>
              <a:rPr lang="en-US" sz="1200" b="1" dirty="0">
                <a:solidFill>
                  <a:srgbClr val="1A1A1A"/>
                </a:solidFill>
                <a:latin typeface="Times New Roman" panose="02020603050405020304" pitchFamily="18" charset="0"/>
                <a:ea typeface="Calibri" pitchFamily="34" charset="-122"/>
                <a:cs typeface="Times New Roman" panose="02020603050405020304" pitchFamily="18" charset="0"/>
              </a:rPr>
              <a:t>Design LMS Recommendations</a:t>
            </a:r>
            <a:endParaRPr lang="en-US" sz="1200" dirty="0">
              <a:latin typeface="Times New Roman" panose="02020603050405020304" pitchFamily="18" charset="0"/>
              <a:cs typeface="Times New Roman" panose="02020603050405020304" pitchFamily="18" charset="0"/>
            </a:endParaRPr>
          </a:p>
        </p:txBody>
      </p:sp>
      <p:sp>
        <p:nvSpPr>
          <p:cNvPr id="26" name="Text 23"/>
          <p:cNvSpPr/>
          <p:nvPr/>
        </p:nvSpPr>
        <p:spPr>
          <a:xfrm>
            <a:off x="4873752" y="1115568"/>
            <a:ext cx="3995928" cy="685800"/>
          </a:xfrm>
          <a:prstGeom prst="rect">
            <a:avLst/>
          </a:prstGeom>
          <a:noFill/>
          <a:ln/>
        </p:spPr>
        <p:txBody>
          <a:bodyPr wrap="square" lIns="0" tIns="0" rIns="0" bIns="0" rtlCol="0" anchor="t"/>
          <a:lstStyle/>
          <a:p>
            <a:pPr marL="0" indent="0">
              <a:buNone/>
            </a:pPr>
            <a:r>
              <a:rPr lang="en-US" sz="1050" dirty="0">
                <a:solidFill>
                  <a:srgbClr val="555555"/>
                </a:solidFill>
                <a:latin typeface="Times New Roman" panose="02020603050405020304" pitchFamily="18" charset="0"/>
                <a:ea typeface="Calibri" pitchFamily="34" charset="-122"/>
                <a:cs typeface="Times New Roman" panose="02020603050405020304" pitchFamily="18" charset="0"/>
              </a:rPr>
              <a:t>Describe actionable design considerations for LMS and adaptive learning platforms using behavioral telemetry for just-in-time feedback.</a:t>
            </a:r>
            <a:endParaRPr lang="en-US" sz="1050" dirty="0">
              <a:latin typeface="Times New Roman" panose="02020603050405020304" pitchFamily="18" charset="0"/>
              <a:cs typeface="Times New Roman" panose="02020603050405020304" pitchFamily="18" charset="0"/>
            </a:endParaRPr>
          </a:p>
        </p:txBody>
      </p:sp>
      <p:sp>
        <p:nvSpPr>
          <p:cNvPr id="27" name="Shape 24"/>
          <p:cNvSpPr/>
          <p:nvPr/>
        </p:nvSpPr>
        <p:spPr>
          <a:xfrm>
            <a:off x="4709160" y="1984248"/>
            <a:ext cx="4251960" cy="118872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8" name="Shape 25"/>
          <p:cNvSpPr/>
          <p:nvPr/>
        </p:nvSpPr>
        <p:spPr>
          <a:xfrm>
            <a:off x="4709160" y="1984248"/>
            <a:ext cx="109728" cy="11887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9" name="Text 26"/>
          <p:cNvSpPr/>
          <p:nvPr/>
        </p:nvSpPr>
        <p:spPr>
          <a:xfrm>
            <a:off x="4873752" y="2029968"/>
            <a:ext cx="502920" cy="457200"/>
          </a:xfrm>
          <a:prstGeom prst="rect">
            <a:avLst/>
          </a:prstGeom>
          <a:noFill/>
          <a:ln/>
        </p:spPr>
        <p:txBody>
          <a:bodyPr wrap="square" lIns="0" tIns="0" rIns="0" bIns="0" rtlCol="0" anchor="ctr"/>
          <a:lstStyle/>
          <a:p>
            <a:pPr marL="0" indent="0">
              <a:buNone/>
            </a:pPr>
            <a:r>
              <a:rPr lang="en-US" sz="2200" b="1" dirty="0">
                <a:solidFill>
                  <a:srgbClr val="E8251A"/>
                </a:solidFill>
                <a:latin typeface="Times New Roman" panose="02020603050405020304" pitchFamily="18" charset="0"/>
                <a:ea typeface="Calibri" pitchFamily="34" charset="-122"/>
                <a:cs typeface="Times New Roman" panose="02020603050405020304" pitchFamily="18" charset="0"/>
              </a:rPr>
              <a:t>05</a:t>
            </a:r>
            <a:endParaRPr lang="en-US" sz="2200" dirty="0">
              <a:latin typeface="Times New Roman" panose="02020603050405020304" pitchFamily="18" charset="0"/>
              <a:cs typeface="Times New Roman" panose="02020603050405020304" pitchFamily="18" charset="0"/>
            </a:endParaRPr>
          </a:p>
        </p:txBody>
      </p:sp>
      <p:sp>
        <p:nvSpPr>
          <p:cNvPr id="30" name="Text 27"/>
          <p:cNvSpPr/>
          <p:nvPr/>
        </p:nvSpPr>
        <p:spPr>
          <a:xfrm>
            <a:off x="5394960" y="2029968"/>
            <a:ext cx="3474720" cy="347472"/>
          </a:xfrm>
          <a:prstGeom prst="rect">
            <a:avLst/>
          </a:prstGeom>
          <a:noFill/>
          <a:ln/>
        </p:spPr>
        <p:txBody>
          <a:bodyPr wrap="square" lIns="0" tIns="0" rIns="0" bIns="0" rtlCol="0" anchor="ctr"/>
          <a:lstStyle/>
          <a:p>
            <a:pPr marL="0" indent="0">
              <a:buNone/>
            </a:pPr>
            <a:r>
              <a:rPr lang="en-US" sz="1200" b="1" dirty="0">
                <a:solidFill>
                  <a:srgbClr val="1A1A1A"/>
                </a:solidFill>
                <a:latin typeface="Times New Roman" panose="02020603050405020304" pitchFamily="18" charset="0"/>
                <a:ea typeface="Calibri" pitchFamily="34" charset="-122"/>
                <a:cs typeface="Times New Roman" panose="02020603050405020304" pitchFamily="18" charset="0"/>
              </a:rPr>
              <a:t>Enable Future Research</a:t>
            </a:r>
            <a:endParaRPr lang="en-US" sz="1200" dirty="0">
              <a:latin typeface="Times New Roman" panose="02020603050405020304" pitchFamily="18" charset="0"/>
              <a:cs typeface="Times New Roman" panose="02020603050405020304" pitchFamily="18" charset="0"/>
            </a:endParaRPr>
          </a:p>
        </p:txBody>
      </p:sp>
      <p:sp>
        <p:nvSpPr>
          <p:cNvPr id="31" name="Text 28"/>
          <p:cNvSpPr/>
          <p:nvPr/>
        </p:nvSpPr>
        <p:spPr>
          <a:xfrm>
            <a:off x="4873752" y="2441448"/>
            <a:ext cx="3995928" cy="685800"/>
          </a:xfrm>
          <a:prstGeom prst="rect">
            <a:avLst/>
          </a:prstGeom>
          <a:noFill/>
          <a:ln/>
        </p:spPr>
        <p:txBody>
          <a:bodyPr wrap="square" lIns="0" tIns="0" rIns="0" bIns="0" rtlCol="0" anchor="t"/>
          <a:lstStyle/>
          <a:p>
            <a:pPr marL="0" indent="0">
              <a:buNone/>
            </a:pPr>
            <a:r>
              <a:rPr lang="en-US" sz="1050" dirty="0">
                <a:solidFill>
                  <a:srgbClr val="555555"/>
                </a:solidFill>
                <a:latin typeface="Times New Roman" panose="02020603050405020304" pitchFamily="18" charset="0"/>
                <a:ea typeface="Calibri" pitchFamily="34" charset="-122"/>
                <a:cs typeface="Times New Roman" panose="02020603050405020304" pitchFamily="18" charset="0"/>
              </a:rPr>
              <a:t>Provide a replicable methodology leveraging privacy-conscious passive tracking for large-scale, multi-institution longitudinal studies.</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28600" y="0"/>
            <a:ext cx="6858000" cy="502920"/>
          </a:xfrm>
          <a:prstGeom prst="rect">
            <a:avLst/>
          </a:prstGeom>
          <a:noFill/>
          <a:ln/>
        </p:spPr>
        <p:txBody>
          <a:bodyPr wrap="square" lIns="0" tIns="0" rIns="0" bIns="0" rtlCol="0" anchor="ctr"/>
          <a:lstStyle/>
          <a:p>
            <a:pPr marL="0" indent="0" algn="l">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Literature Review</a:t>
            </a:r>
            <a:endParaRPr lang="en-US" sz="2000" dirty="0">
              <a:latin typeface="Times New Roman" panose="02020603050405020304" pitchFamily="18" charset="0"/>
              <a:cs typeface="Times New Roman" panose="02020603050405020304" pitchFamily="18" charset="0"/>
            </a:endParaRPr>
          </a:p>
        </p:txBody>
      </p:sp>
      <p:pic>
        <p:nvPicPr>
          <p:cNvPr id="4" name="Image 0" descr="/home/claude/chitkara_logo2.jpeg"/>
          <p:cNvPicPr>
            <a:picLocks noChangeAspect="1"/>
          </p:cNvPicPr>
          <p:nvPr/>
        </p:nvPicPr>
        <p:blipFill>
          <a:blip r:embed="rId3"/>
          <a:stretch>
            <a:fillRect/>
          </a:stretch>
        </p:blipFill>
        <p:spPr>
          <a:xfrm>
            <a:off x="7589520" y="45720"/>
            <a:ext cx="1463040" cy="402336"/>
          </a:xfrm>
          <a:prstGeom prst="rect">
            <a:avLst/>
          </a:prstGeom>
        </p:spPr>
      </p:pic>
      <p:sp>
        <p:nvSpPr>
          <p:cNvPr id="5" name="Shape 2"/>
          <p:cNvSpPr/>
          <p:nvPr/>
        </p:nvSpPr>
        <p:spPr>
          <a:xfrm>
            <a:off x="0" y="4846320"/>
            <a:ext cx="9144000" cy="2971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Text 3"/>
          <p:cNvSpPr/>
          <p:nvPr/>
        </p:nvSpPr>
        <p:spPr>
          <a:xfrm>
            <a:off x="8503920" y="4846320"/>
            <a:ext cx="457200" cy="29718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anose="02020603050405020304" pitchFamily="18" charset="0"/>
                <a:ea typeface="Calibri" pitchFamily="34" charset="-122"/>
                <a:cs typeface="Times New Roman" panose="02020603050405020304" pitchFamily="18" charset="0"/>
              </a:rPr>
              <a:t>4</a:t>
            </a:r>
            <a:endParaRPr lang="en-US" sz="1100" dirty="0">
              <a:latin typeface="Times New Roman" panose="02020603050405020304" pitchFamily="18" charset="0"/>
              <a:cs typeface="Times New Roman" panose="02020603050405020304" pitchFamily="18" charset="0"/>
            </a:endParaRPr>
          </a:p>
        </p:txBody>
      </p:sp>
      <p:sp>
        <p:nvSpPr>
          <p:cNvPr id="7" name="Shape 4"/>
          <p:cNvSpPr/>
          <p:nvPr/>
        </p:nvSpPr>
        <p:spPr>
          <a:xfrm>
            <a:off x="274320" y="621792"/>
            <a:ext cx="8595360" cy="1298448"/>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Shape 5"/>
          <p:cNvSpPr/>
          <p:nvPr/>
        </p:nvSpPr>
        <p:spPr>
          <a:xfrm>
            <a:off x="274320" y="621792"/>
            <a:ext cx="91440" cy="12984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9" name="Text 6"/>
          <p:cNvSpPr/>
          <p:nvPr/>
        </p:nvSpPr>
        <p:spPr>
          <a:xfrm>
            <a:off x="457200" y="658368"/>
            <a:ext cx="8321040" cy="274320"/>
          </a:xfrm>
          <a:prstGeom prst="rect">
            <a:avLst/>
          </a:prstGeom>
          <a:noFill/>
          <a:ln/>
        </p:spPr>
        <p:txBody>
          <a:bodyPr wrap="square" lIns="0" tIns="0" rIns="0" bIns="0" rtlCol="0" anchor="ctr"/>
          <a:lstStyle/>
          <a:p>
            <a:pPr marL="0" indent="0">
              <a:buNone/>
            </a:pPr>
            <a:r>
              <a:rPr lang="en-US" sz="1200" b="1" dirty="0">
                <a:solidFill>
                  <a:srgbClr val="1A1A1A"/>
                </a:solidFill>
                <a:latin typeface="Times New Roman" panose="02020603050405020304" pitchFamily="18" charset="0"/>
                <a:ea typeface="Calibri" pitchFamily="34" charset="-122"/>
                <a:cs typeface="Times New Roman" panose="02020603050405020304" pitchFamily="18" charset="0"/>
              </a:rPr>
              <a:t>A. Cognitive Bases of Distraction</a:t>
            </a:r>
            <a:endParaRPr lang="en-US" sz="1200" dirty="0">
              <a:latin typeface="Times New Roman" panose="02020603050405020304" pitchFamily="18" charset="0"/>
              <a:cs typeface="Times New Roman" panose="02020603050405020304" pitchFamily="18" charset="0"/>
            </a:endParaRPr>
          </a:p>
        </p:txBody>
      </p:sp>
      <p:sp>
        <p:nvSpPr>
          <p:cNvPr id="10" name="Text 7"/>
          <p:cNvSpPr/>
          <p:nvPr/>
        </p:nvSpPr>
        <p:spPr>
          <a:xfrm>
            <a:off x="457200" y="932688"/>
            <a:ext cx="8321040" cy="914400"/>
          </a:xfrm>
          <a:prstGeom prst="rect">
            <a:avLst/>
          </a:prstGeom>
          <a:noFill/>
          <a:ln/>
        </p:spPr>
        <p:txBody>
          <a:bodyPr wrap="square" lIns="0" tIns="0" rIns="0" bIns="0" rtlCol="0" anchor="t"/>
          <a:lstStyle/>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Distraction reflects a failure in inhibitory control — the prefrontal cortex suppresses irrelevant stimuli, but degrades under fatigue, stress, or low motivation.</a:t>
            </a:r>
            <a:endParaRPr lang="en-US" sz="980" dirty="0">
              <a:latin typeface="Times New Roman" panose="02020603050405020304" pitchFamily="18" charset="0"/>
              <a:cs typeface="Times New Roman" panose="02020603050405020304" pitchFamily="18" charset="0"/>
            </a:endParaRPr>
          </a:p>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Online learning lacks social cues that reinforce seriousness in physical classrooms.</a:t>
            </a:r>
            <a:endParaRPr lang="en-US" sz="980" dirty="0">
              <a:latin typeface="Times New Roman" panose="02020603050405020304" pitchFamily="18" charset="0"/>
              <a:cs typeface="Times New Roman" panose="02020603050405020304" pitchFamily="18" charset="0"/>
            </a:endParaRPr>
          </a:p>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Sweller's Cognitive Load Theory (CLT): extraneous load from distractions consumes finite working memory, reducing schema formation.</a:t>
            </a:r>
            <a:endParaRPr lang="en-US" sz="980" dirty="0">
              <a:latin typeface="Times New Roman" panose="02020603050405020304" pitchFamily="18" charset="0"/>
              <a:cs typeface="Times New Roman" panose="02020603050405020304" pitchFamily="18" charset="0"/>
            </a:endParaRPr>
          </a:p>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Task-switch restart cost: accessing social media during class incurs a 23-minute cognitive recovery cost (Mark et al.).</a:t>
            </a:r>
            <a:endParaRPr lang="en-US" sz="980" dirty="0">
              <a:latin typeface="Times New Roman" panose="02020603050405020304" pitchFamily="18" charset="0"/>
              <a:cs typeface="Times New Roman" panose="02020603050405020304" pitchFamily="18" charset="0"/>
            </a:endParaRPr>
          </a:p>
        </p:txBody>
      </p:sp>
      <p:sp>
        <p:nvSpPr>
          <p:cNvPr id="11" name="Shape 8"/>
          <p:cNvSpPr/>
          <p:nvPr/>
        </p:nvSpPr>
        <p:spPr>
          <a:xfrm>
            <a:off x="274320" y="2011680"/>
            <a:ext cx="8595360" cy="1298448"/>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2" name="Shape 9"/>
          <p:cNvSpPr/>
          <p:nvPr/>
        </p:nvSpPr>
        <p:spPr>
          <a:xfrm>
            <a:off x="274320" y="2011680"/>
            <a:ext cx="91440" cy="12984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3" name="Text 10"/>
          <p:cNvSpPr/>
          <p:nvPr/>
        </p:nvSpPr>
        <p:spPr>
          <a:xfrm>
            <a:off x="457200" y="2048256"/>
            <a:ext cx="8321040" cy="274320"/>
          </a:xfrm>
          <a:prstGeom prst="rect">
            <a:avLst/>
          </a:prstGeom>
          <a:noFill/>
          <a:ln/>
        </p:spPr>
        <p:txBody>
          <a:bodyPr wrap="square" lIns="0" tIns="0" rIns="0" bIns="0" rtlCol="0" anchor="ctr"/>
          <a:lstStyle/>
          <a:p>
            <a:pPr marL="0" indent="0">
              <a:buNone/>
            </a:pPr>
            <a:r>
              <a:rPr lang="en-US" sz="1200" b="1" dirty="0">
                <a:solidFill>
                  <a:srgbClr val="1A1A1A"/>
                </a:solidFill>
                <a:latin typeface="Times New Roman" panose="02020603050405020304" pitchFamily="18" charset="0"/>
                <a:ea typeface="Calibri" pitchFamily="34" charset="-122"/>
                <a:cs typeface="Times New Roman" panose="02020603050405020304" pitchFamily="18" charset="0"/>
              </a:rPr>
              <a:t>B. Self-Report Methods &amp; Limitations</a:t>
            </a:r>
            <a:endParaRPr lang="en-US" sz="1200" dirty="0">
              <a:latin typeface="Times New Roman" panose="02020603050405020304" pitchFamily="18" charset="0"/>
              <a:cs typeface="Times New Roman" panose="02020603050405020304" pitchFamily="18" charset="0"/>
            </a:endParaRPr>
          </a:p>
        </p:txBody>
      </p:sp>
      <p:sp>
        <p:nvSpPr>
          <p:cNvPr id="14" name="Text 11"/>
          <p:cNvSpPr/>
          <p:nvPr/>
        </p:nvSpPr>
        <p:spPr>
          <a:xfrm>
            <a:off x="457200" y="2322576"/>
            <a:ext cx="8321040" cy="914400"/>
          </a:xfrm>
          <a:prstGeom prst="rect">
            <a:avLst/>
          </a:prstGeom>
          <a:noFill/>
          <a:ln/>
        </p:spPr>
        <p:txBody>
          <a:bodyPr wrap="square" lIns="0" tIns="0" rIns="0" bIns="0" rtlCol="0" anchor="t"/>
          <a:lstStyle/>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Rosen et al.: students averaged 5.8 min of non-study activity per 15-min window — but observer presence likely altered behavior.</a:t>
            </a:r>
            <a:endParaRPr lang="en-US" sz="980" dirty="0">
              <a:latin typeface="Times New Roman" panose="02020603050405020304" pitchFamily="18" charset="0"/>
              <a:cs typeface="Times New Roman" panose="02020603050405020304" pitchFamily="18" charset="0"/>
            </a:endParaRPr>
          </a:p>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Experience Sampling Methods (ESM) reduce recall bias but disrupt focus via notifications.</a:t>
            </a:r>
            <a:endParaRPr lang="en-US" sz="980" dirty="0">
              <a:latin typeface="Times New Roman" panose="02020603050405020304" pitchFamily="18" charset="0"/>
              <a:cs typeface="Times New Roman" panose="02020603050405020304" pitchFamily="18" charset="0"/>
            </a:endParaRPr>
          </a:p>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Self-reports cannot distinguish a quick notification glance from a 15-min social media session.</a:t>
            </a:r>
            <a:endParaRPr lang="en-US" sz="980" dirty="0">
              <a:latin typeface="Times New Roman" panose="02020603050405020304" pitchFamily="18" charset="0"/>
              <a:cs typeface="Times New Roman" panose="02020603050405020304" pitchFamily="18" charset="0"/>
            </a:endParaRPr>
          </a:p>
        </p:txBody>
      </p:sp>
      <p:sp>
        <p:nvSpPr>
          <p:cNvPr id="15" name="Shape 12"/>
          <p:cNvSpPr/>
          <p:nvPr/>
        </p:nvSpPr>
        <p:spPr>
          <a:xfrm>
            <a:off x="274320" y="3401568"/>
            <a:ext cx="8595360" cy="1298448"/>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6" name="Shape 13"/>
          <p:cNvSpPr/>
          <p:nvPr/>
        </p:nvSpPr>
        <p:spPr>
          <a:xfrm>
            <a:off x="274320" y="3401568"/>
            <a:ext cx="91440" cy="12984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7" name="Text 14"/>
          <p:cNvSpPr/>
          <p:nvPr/>
        </p:nvSpPr>
        <p:spPr>
          <a:xfrm>
            <a:off x="457200" y="3438144"/>
            <a:ext cx="8321040" cy="274320"/>
          </a:xfrm>
          <a:prstGeom prst="rect">
            <a:avLst/>
          </a:prstGeom>
          <a:noFill/>
          <a:ln/>
        </p:spPr>
        <p:txBody>
          <a:bodyPr wrap="square" lIns="0" tIns="0" rIns="0" bIns="0" rtlCol="0" anchor="ctr"/>
          <a:lstStyle/>
          <a:p>
            <a:pPr marL="0" indent="0">
              <a:buNone/>
            </a:pPr>
            <a:r>
              <a:rPr lang="en-US" sz="1200" b="1" dirty="0">
                <a:solidFill>
                  <a:srgbClr val="1A1A1A"/>
                </a:solidFill>
                <a:latin typeface="Times New Roman" panose="02020603050405020304" pitchFamily="18" charset="0"/>
                <a:ea typeface="Calibri" pitchFamily="34" charset="-122"/>
                <a:cs typeface="Times New Roman" panose="02020603050405020304" pitchFamily="18" charset="0"/>
              </a:rPr>
              <a:t>C. Screen-Time Data in Education</a:t>
            </a:r>
            <a:endParaRPr lang="en-US" sz="1200" dirty="0">
              <a:latin typeface="Times New Roman" panose="02020603050405020304" pitchFamily="18" charset="0"/>
              <a:cs typeface="Times New Roman" panose="02020603050405020304" pitchFamily="18" charset="0"/>
            </a:endParaRPr>
          </a:p>
        </p:txBody>
      </p:sp>
      <p:sp>
        <p:nvSpPr>
          <p:cNvPr id="18" name="Text 15"/>
          <p:cNvSpPr/>
          <p:nvPr/>
        </p:nvSpPr>
        <p:spPr>
          <a:xfrm>
            <a:off x="457200" y="3712464"/>
            <a:ext cx="8321040" cy="914400"/>
          </a:xfrm>
          <a:prstGeom prst="rect">
            <a:avLst/>
          </a:prstGeom>
          <a:noFill/>
          <a:ln/>
        </p:spPr>
        <p:txBody>
          <a:bodyPr wrap="square" lIns="0" tIns="0" rIns="0" bIns="0" rtlCol="0" anchor="t"/>
          <a:lstStyle/>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Device-level APIs (iOS Screen Time, Android Digital Wellbeing, ActivityWatch, RescueTime) enable passive behavioral tracking.</a:t>
            </a:r>
            <a:endParaRPr lang="en-US" sz="980" dirty="0">
              <a:latin typeface="Times New Roman" panose="02020603050405020304" pitchFamily="18" charset="0"/>
              <a:cs typeface="Times New Roman" panose="02020603050405020304" pitchFamily="18" charset="0"/>
            </a:endParaRPr>
          </a:p>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Bayer et al.: GPA negatively linked to app-switching frequency — independent of total usage volume.</a:t>
            </a:r>
            <a:endParaRPr lang="en-US" sz="980" dirty="0">
              <a:latin typeface="Times New Roman" panose="02020603050405020304" pitchFamily="18" charset="0"/>
              <a:cs typeface="Times New Roman" panose="02020603050405020304" pitchFamily="18" charset="0"/>
            </a:endParaRPr>
          </a:p>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Kim et al.: extended passive tracking to laptop usage in online lectures.</a:t>
            </a:r>
            <a:endParaRPr lang="en-US" sz="980" dirty="0">
              <a:latin typeface="Times New Roman" panose="02020603050405020304" pitchFamily="18" charset="0"/>
              <a:cs typeface="Times New Roman" panose="02020603050405020304" pitchFamily="18" charset="0"/>
            </a:endParaRPr>
          </a:p>
          <a:p>
            <a:pPr marL="342900" indent="-342900">
              <a:buSzPct val="100000"/>
              <a:buChar char="•"/>
            </a:pPr>
            <a:r>
              <a:rPr lang="en-US" sz="980" dirty="0">
                <a:solidFill>
                  <a:srgbClr val="555555"/>
                </a:solidFill>
                <a:latin typeface="Times New Roman" panose="02020603050405020304" pitchFamily="18" charset="0"/>
                <a:ea typeface="Calibri" pitchFamily="34" charset="-122"/>
                <a:cs typeface="Times New Roman" panose="02020603050405020304" pitchFamily="18" charset="0"/>
              </a:rPr>
              <a:t>Prior work treats all non-educational screen time as equivalent — our multi-tier taxonomy addresses this gap.</a:t>
            </a:r>
            <a:endParaRPr lang="en-US" sz="98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28600" y="0"/>
            <a:ext cx="6858000" cy="502920"/>
          </a:xfrm>
          <a:prstGeom prst="rect">
            <a:avLst/>
          </a:prstGeom>
          <a:noFill/>
          <a:ln/>
        </p:spPr>
        <p:txBody>
          <a:bodyPr wrap="square" lIns="0" tIns="0" rIns="0" bIns="0" rtlCol="0" anchor="ctr"/>
          <a:lstStyle/>
          <a:p>
            <a:pPr marL="0" indent="0" algn="l">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Data Analysis</a:t>
            </a:r>
            <a:endParaRPr lang="en-US" sz="2000" dirty="0">
              <a:latin typeface="Times New Roman" panose="02020603050405020304" pitchFamily="18" charset="0"/>
              <a:cs typeface="Times New Roman" panose="02020603050405020304" pitchFamily="18" charset="0"/>
            </a:endParaRPr>
          </a:p>
        </p:txBody>
      </p:sp>
      <p:pic>
        <p:nvPicPr>
          <p:cNvPr id="4" name="Image 0" descr="/home/claude/chitkara_logo2.jpeg"/>
          <p:cNvPicPr>
            <a:picLocks noChangeAspect="1"/>
          </p:cNvPicPr>
          <p:nvPr/>
        </p:nvPicPr>
        <p:blipFill>
          <a:blip r:embed="rId3"/>
          <a:stretch>
            <a:fillRect/>
          </a:stretch>
        </p:blipFill>
        <p:spPr>
          <a:xfrm>
            <a:off x="7589520" y="45720"/>
            <a:ext cx="1463040" cy="402336"/>
          </a:xfrm>
          <a:prstGeom prst="rect">
            <a:avLst/>
          </a:prstGeom>
        </p:spPr>
      </p:pic>
      <p:sp>
        <p:nvSpPr>
          <p:cNvPr id="5" name="Shape 2"/>
          <p:cNvSpPr/>
          <p:nvPr/>
        </p:nvSpPr>
        <p:spPr>
          <a:xfrm>
            <a:off x="0" y="4846320"/>
            <a:ext cx="9144000" cy="2971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Text 3"/>
          <p:cNvSpPr/>
          <p:nvPr/>
        </p:nvSpPr>
        <p:spPr>
          <a:xfrm>
            <a:off x="8503920" y="4846320"/>
            <a:ext cx="457200" cy="29718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anose="02020603050405020304" pitchFamily="18" charset="0"/>
                <a:ea typeface="Calibri" pitchFamily="34" charset="-122"/>
                <a:cs typeface="Times New Roman" panose="02020603050405020304" pitchFamily="18" charset="0"/>
              </a:rPr>
              <a:t>5</a:t>
            </a:r>
            <a:endParaRPr lang="en-US" sz="1100" dirty="0">
              <a:latin typeface="Times New Roman" panose="02020603050405020304" pitchFamily="18" charset="0"/>
              <a:cs typeface="Times New Roman" panose="02020603050405020304" pitchFamily="18" charset="0"/>
            </a:endParaRPr>
          </a:p>
        </p:txBody>
      </p:sp>
      <p:sp>
        <p:nvSpPr>
          <p:cNvPr id="7" name="Shape 4"/>
          <p:cNvSpPr/>
          <p:nvPr/>
        </p:nvSpPr>
        <p:spPr>
          <a:xfrm>
            <a:off x="274320" y="621792"/>
            <a:ext cx="2011680" cy="9601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Text 5"/>
          <p:cNvSpPr/>
          <p:nvPr/>
        </p:nvSpPr>
        <p:spPr>
          <a:xfrm>
            <a:off x="274320" y="621792"/>
            <a:ext cx="2011680" cy="502920"/>
          </a:xfrm>
          <a:prstGeom prst="rect">
            <a:avLst/>
          </a:prstGeom>
          <a:noFill/>
          <a:ln/>
        </p:spPr>
        <p:txBody>
          <a:bodyPr wrap="square" lIns="0" tIns="0" rIns="0" bIns="0" rtlCol="0" anchor="b"/>
          <a:lstStyle/>
          <a:p>
            <a:pPr marL="0" indent="0" algn="ctr">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214</a:t>
            </a:r>
            <a:endParaRPr lang="en-US" sz="2600" dirty="0">
              <a:latin typeface="Times New Roman" panose="02020603050405020304" pitchFamily="18" charset="0"/>
              <a:cs typeface="Times New Roman" panose="02020603050405020304" pitchFamily="18" charset="0"/>
            </a:endParaRPr>
          </a:p>
        </p:txBody>
      </p:sp>
      <p:sp>
        <p:nvSpPr>
          <p:cNvPr id="9" name="Text 6"/>
          <p:cNvSpPr/>
          <p:nvPr/>
        </p:nvSpPr>
        <p:spPr>
          <a:xfrm>
            <a:off x="274320" y="1097280"/>
            <a:ext cx="2011680" cy="256032"/>
          </a:xfrm>
          <a:prstGeom prst="rect">
            <a:avLst/>
          </a:prstGeom>
          <a:noFill/>
          <a:ln/>
        </p:spPr>
        <p:txBody>
          <a:bodyPr wrap="square" lIns="0" tIns="0" rIns="0" bIns="0" rtlCol="0" anchor="t"/>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Students Tracked</a:t>
            </a:r>
            <a:endParaRPr lang="en-US" sz="1000" dirty="0">
              <a:latin typeface="Times New Roman" panose="02020603050405020304" pitchFamily="18" charset="0"/>
              <a:cs typeface="Times New Roman" panose="02020603050405020304" pitchFamily="18" charset="0"/>
            </a:endParaRPr>
          </a:p>
        </p:txBody>
      </p:sp>
      <p:sp>
        <p:nvSpPr>
          <p:cNvPr id="10" name="Text 7"/>
          <p:cNvSpPr/>
          <p:nvPr/>
        </p:nvSpPr>
        <p:spPr>
          <a:xfrm>
            <a:off x="274320" y="1325880"/>
            <a:ext cx="2011680" cy="256032"/>
          </a:xfrm>
          <a:prstGeom prst="rect">
            <a:avLst/>
          </a:prstGeom>
          <a:noFill/>
          <a:ln/>
        </p:spPr>
        <p:txBody>
          <a:bodyPr wrap="square" lIns="0" tIns="0" rIns="0" bIns="0" rtlCol="0" anchor="t"/>
          <a:lstStyle/>
          <a:p>
            <a:pPr marL="0" indent="0" algn="ctr">
              <a:buNone/>
            </a:pPr>
            <a:r>
              <a:rPr lang="en-US" sz="850" dirty="0">
                <a:solidFill>
                  <a:srgbClr val="FFCCCC"/>
                </a:solidFill>
                <a:latin typeface="Times New Roman" panose="02020603050405020304" pitchFamily="18" charset="0"/>
                <a:ea typeface="Calibri" pitchFamily="34" charset="-122"/>
                <a:cs typeface="Times New Roman" panose="02020603050405020304" pitchFamily="18" charset="0"/>
              </a:rPr>
              <a:t>14-week longitudinal study</a:t>
            </a:r>
            <a:endParaRPr lang="en-US" sz="850" dirty="0">
              <a:latin typeface="Times New Roman" panose="02020603050405020304" pitchFamily="18" charset="0"/>
              <a:cs typeface="Times New Roman" panose="02020603050405020304" pitchFamily="18" charset="0"/>
            </a:endParaRPr>
          </a:p>
        </p:txBody>
      </p:sp>
      <p:sp>
        <p:nvSpPr>
          <p:cNvPr id="11" name="Shape 8"/>
          <p:cNvSpPr/>
          <p:nvPr/>
        </p:nvSpPr>
        <p:spPr>
          <a:xfrm>
            <a:off x="2423160" y="621792"/>
            <a:ext cx="2011680" cy="9601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2" name="Text 9"/>
          <p:cNvSpPr/>
          <p:nvPr/>
        </p:nvSpPr>
        <p:spPr>
          <a:xfrm>
            <a:off x="2423160" y="621792"/>
            <a:ext cx="2011680" cy="502920"/>
          </a:xfrm>
          <a:prstGeom prst="rect">
            <a:avLst/>
          </a:prstGeom>
          <a:noFill/>
          <a:ln/>
        </p:spPr>
        <p:txBody>
          <a:bodyPr wrap="square" lIns="0" tIns="0" rIns="0" bIns="0" rtlCol="0" anchor="b"/>
          <a:lstStyle/>
          <a:p>
            <a:pPr marL="0" indent="0" algn="ctr">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23.4</a:t>
            </a:r>
            <a:endParaRPr lang="en-US" sz="2600" dirty="0">
              <a:latin typeface="Times New Roman" panose="02020603050405020304" pitchFamily="18" charset="0"/>
              <a:cs typeface="Times New Roman" panose="02020603050405020304" pitchFamily="18" charset="0"/>
            </a:endParaRPr>
          </a:p>
        </p:txBody>
      </p:sp>
      <p:sp>
        <p:nvSpPr>
          <p:cNvPr id="13" name="Text 10"/>
          <p:cNvSpPr/>
          <p:nvPr/>
        </p:nvSpPr>
        <p:spPr>
          <a:xfrm>
            <a:off x="2423160" y="1097280"/>
            <a:ext cx="2011680" cy="256032"/>
          </a:xfrm>
          <a:prstGeom prst="rect">
            <a:avLst/>
          </a:prstGeom>
          <a:noFill/>
          <a:ln/>
        </p:spPr>
        <p:txBody>
          <a:bodyPr wrap="square" lIns="0" tIns="0" rIns="0" bIns="0" rtlCol="0" anchor="t"/>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Min Off-Task/Session</a:t>
            </a:r>
            <a:endParaRPr lang="en-US" sz="1000" dirty="0">
              <a:latin typeface="Times New Roman" panose="02020603050405020304" pitchFamily="18" charset="0"/>
              <a:cs typeface="Times New Roman" panose="02020603050405020304" pitchFamily="18" charset="0"/>
            </a:endParaRPr>
          </a:p>
        </p:txBody>
      </p:sp>
      <p:sp>
        <p:nvSpPr>
          <p:cNvPr id="14" name="Text 11"/>
          <p:cNvSpPr/>
          <p:nvPr/>
        </p:nvSpPr>
        <p:spPr>
          <a:xfrm>
            <a:off x="2423160" y="1325880"/>
            <a:ext cx="2011680" cy="256032"/>
          </a:xfrm>
          <a:prstGeom prst="rect">
            <a:avLst/>
          </a:prstGeom>
          <a:noFill/>
          <a:ln/>
        </p:spPr>
        <p:txBody>
          <a:bodyPr wrap="square" lIns="0" tIns="0" rIns="0" bIns="0" rtlCol="0" anchor="t"/>
          <a:lstStyle/>
          <a:p>
            <a:pPr marL="0" indent="0" algn="ctr">
              <a:buNone/>
            </a:pPr>
            <a:r>
              <a:rPr lang="en-US" sz="850" dirty="0">
                <a:solidFill>
                  <a:srgbClr val="FFCCCC"/>
                </a:solidFill>
                <a:latin typeface="Times New Roman" panose="02020603050405020304" pitchFamily="18" charset="0"/>
                <a:ea typeface="Calibri" pitchFamily="34" charset="-122"/>
                <a:cs typeface="Times New Roman" panose="02020603050405020304" pitchFamily="18" charset="0"/>
              </a:rPr>
              <a:t>Median per 90-min lecture</a:t>
            </a:r>
            <a:endParaRPr lang="en-US" sz="850" dirty="0">
              <a:latin typeface="Times New Roman" panose="02020603050405020304" pitchFamily="18" charset="0"/>
              <a:cs typeface="Times New Roman" panose="02020603050405020304" pitchFamily="18" charset="0"/>
            </a:endParaRPr>
          </a:p>
        </p:txBody>
      </p:sp>
      <p:sp>
        <p:nvSpPr>
          <p:cNvPr id="15" name="Shape 12"/>
          <p:cNvSpPr/>
          <p:nvPr/>
        </p:nvSpPr>
        <p:spPr>
          <a:xfrm>
            <a:off x="4572000" y="621792"/>
            <a:ext cx="2011680" cy="9601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6" name="Text 13"/>
          <p:cNvSpPr/>
          <p:nvPr/>
        </p:nvSpPr>
        <p:spPr>
          <a:xfrm>
            <a:off x="4572000" y="621792"/>
            <a:ext cx="2011680" cy="502920"/>
          </a:xfrm>
          <a:prstGeom prst="rect">
            <a:avLst/>
          </a:prstGeom>
          <a:noFill/>
          <a:ln/>
        </p:spPr>
        <p:txBody>
          <a:bodyPr wrap="square" lIns="0" tIns="0" rIns="0" bIns="0" rtlCol="0" anchor="b"/>
          <a:lstStyle/>
          <a:p>
            <a:pPr marL="0" indent="0" algn="ctr">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r=−0.43</a:t>
            </a:r>
            <a:endParaRPr lang="en-US" sz="2600" dirty="0">
              <a:latin typeface="Times New Roman" panose="02020603050405020304" pitchFamily="18" charset="0"/>
              <a:cs typeface="Times New Roman" panose="02020603050405020304" pitchFamily="18" charset="0"/>
            </a:endParaRPr>
          </a:p>
        </p:txBody>
      </p:sp>
      <p:sp>
        <p:nvSpPr>
          <p:cNvPr id="17" name="Text 14"/>
          <p:cNvSpPr/>
          <p:nvPr/>
        </p:nvSpPr>
        <p:spPr>
          <a:xfrm>
            <a:off x="4572000" y="1097280"/>
            <a:ext cx="2011680" cy="256032"/>
          </a:xfrm>
          <a:prstGeom prst="rect">
            <a:avLst/>
          </a:prstGeom>
          <a:noFill/>
          <a:ln/>
        </p:spPr>
        <p:txBody>
          <a:bodyPr wrap="square" lIns="0" tIns="0" rIns="0" bIns="0" rtlCol="0" anchor="t"/>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Academic Correlation</a:t>
            </a:r>
            <a:endParaRPr lang="en-US" sz="1000" dirty="0">
              <a:latin typeface="Times New Roman" panose="02020603050405020304" pitchFamily="18" charset="0"/>
              <a:cs typeface="Times New Roman" panose="02020603050405020304" pitchFamily="18" charset="0"/>
            </a:endParaRPr>
          </a:p>
        </p:txBody>
      </p:sp>
      <p:sp>
        <p:nvSpPr>
          <p:cNvPr id="18" name="Text 15"/>
          <p:cNvSpPr/>
          <p:nvPr/>
        </p:nvSpPr>
        <p:spPr>
          <a:xfrm>
            <a:off x="4572000" y="1325880"/>
            <a:ext cx="2011680" cy="256032"/>
          </a:xfrm>
          <a:prstGeom prst="rect">
            <a:avLst/>
          </a:prstGeom>
          <a:noFill/>
          <a:ln/>
        </p:spPr>
        <p:txBody>
          <a:bodyPr wrap="square" lIns="0" tIns="0" rIns="0" bIns="0" rtlCol="0" anchor="t"/>
          <a:lstStyle/>
          <a:p>
            <a:pPr marL="0" indent="0" algn="ctr">
              <a:buNone/>
            </a:pPr>
            <a:r>
              <a:rPr lang="en-US" sz="850" dirty="0">
                <a:solidFill>
                  <a:srgbClr val="FFCCCC"/>
                </a:solidFill>
                <a:latin typeface="Times New Roman" panose="02020603050405020304" pitchFamily="18" charset="0"/>
                <a:ea typeface="Calibri" pitchFamily="34" charset="-122"/>
                <a:cs typeface="Times New Roman" panose="02020603050405020304" pitchFamily="18" charset="0"/>
              </a:rPr>
              <a:t>Off-task vs module scores</a:t>
            </a:r>
            <a:endParaRPr lang="en-US" sz="850" dirty="0">
              <a:latin typeface="Times New Roman" panose="02020603050405020304" pitchFamily="18" charset="0"/>
              <a:cs typeface="Times New Roman" panose="02020603050405020304" pitchFamily="18" charset="0"/>
            </a:endParaRPr>
          </a:p>
        </p:txBody>
      </p:sp>
      <p:sp>
        <p:nvSpPr>
          <p:cNvPr id="19" name="Shape 16"/>
          <p:cNvSpPr/>
          <p:nvPr/>
        </p:nvSpPr>
        <p:spPr>
          <a:xfrm>
            <a:off x="6720840" y="621792"/>
            <a:ext cx="2011680" cy="9601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0" name="Text 17"/>
          <p:cNvSpPr/>
          <p:nvPr/>
        </p:nvSpPr>
        <p:spPr>
          <a:xfrm>
            <a:off x="6720840" y="621792"/>
            <a:ext cx="2011680" cy="502920"/>
          </a:xfrm>
          <a:prstGeom prst="rect">
            <a:avLst/>
          </a:prstGeom>
          <a:noFill/>
          <a:ln/>
        </p:spPr>
        <p:txBody>
          <a:bodyPr wrap="square" lIns="0" tIns="0" rIns="0" bIns="0" rtlCol="0" anchor="b"/>
          <a:lstStyle/>
          <a:p>
            <a:pPr marL="0" indent="0" algn="ctr">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65%</a:t>
            </a:r>
            <a:endParaRPr lang="en-US" sz="2600" dirty="0">
              <a:latin typeface="Times New Roman" panose="02020603050405020304" pitchFamily="18" charset="0"/>
              <a:cs typeface="Times New Roman" panose="02020603050405020304" pitchFamily="18" charset="0"/>
            </a:endParaRPr>
          </a:p>
        </p:txBody>
      </p:sp>
      <p:sp>
        <p:nvSpPr>
          <p:cNvPr id="21" name="Text 18"/>
          <p:cNvSpPr/>
          <p:nvPr/>
        </p:nvSpPr>
        <p:spPr>
          <a:xfrm>
            <a:off x="6720840" y="1097280"/>
            <a:ext cx="2011680" cy="256032"/>
          </a:xfrm>
          <a:prstGeom prst="rect">
            <a:avLst/>
          </a:prstGeom>
          <a:noFill/>
          <a:ln/>
        </p:spPr>
        <p:txBody>
          <a:bodyPr wrap="square" lIns="0" tIns="0" rIns="0" bIns="0" rtlCol="0" anchor="t"/>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Social/Messaging</a:t>
            </a:r>
            <a:endParaRPr lang="en-US" sz="1000" dirty="0">
              <a:latin typeface="Times New Roman" panose="02020603050405020304" pitchFamily="18" charset="0"/>
              <a:cs typeface="Times New Roman" panose="02020603050405020304" pitchFamily="18" charset="0"/>
            </a:endParaRPr>
          </a:p>
        </p:txBody>
      </p:sp>
      <p:sp>
        <p:nvSpPr>
          <p:cNvPr id="22" name="Text 19"/>
          <p:cNvSpPr/>
          <p:nvPr/>
        </p:nvSpPr>
        <p:spPr>
          <a:xfrm>
            <a:off x="6720840" y="1325880"/>
            <a:ext cx="2011680" cy="256032"/>
          </a:xfrm>
          <a:prstGeom prst="rect">
            <a:avLst/>
          </a:prstGeom>
          <a:noFill/>
          <a:ln/>
        </p:spPr>
        <p:txBody>
          <a:bodyPr wrap="square" lIns="0" tIns="0" rIns="0" bIns="0" rtlCol="0" anchor="t"/>
          <a:lstStyle/>
          <a:p>
            <a:pPr marL="0" indent="0" algn="ctr">
              <a:buNone/>
            </a:pPr>
            <a:r>
              <a:rPr lang="en-US" sz="850" dirty="0">
                <a:solidFill>
                  <a:srgbClr val="FFCCCC"/>
                </a:solidFill>
                <a:latin typeface="Times New Roman" panose="02020603050405020304" pitchFamily="18" charset="0"/>
                <a:ea typeface="Calibri" pitchFamily="34" charset="-122"/>
                <a:cs typeface="Times New Roman" panose="02020603050405020304" pitchFamily="18" charset="0"/>
              </a:rPr>
              <a:t>Share of off-task events</a:t>
            </a:r>
            <a:endParaRPr lang="en-US" sz="850" dirty="0">
              <a:latin typeface="Times New Roman" panose="02020603050405020304" pitchFamily="18" charset="0"/>
              <a:cs typeface="Times New Roman" panose="02020603050405020304" pitchFamily="18" charset="0"/>
            </a:endParaRPr>
          </a:p>
        </p:txBody>
      </p:sp>
      <p:sp>
        <p:nvSpPr>
          <p:cNvPr id="23" name="Shape 20"/>
          <p:cNvSpPr/>
          <p:nvPr/>
        </p:nvSpPr>
        <p:spPr>
          <a:xfrm>
            <a:off x="274320" y="1691640"/>
            <a:ext cx="4114800" cy="301752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4" name="Text 21"/>
          <p:cNvSpPr/>
          <p:nvPr/>
        </p:nvSpPr>
        <p:spPr>
          <a:xfrm>
            <a:off x="274320" y="1691640"/>
            <a:ext cx="4114800" cy="292608"/>
          </a:xfrm>
          <a:prstGeom prst="rect">
            <a:avLst/>
          </a:prstGeom>
          <a:solidFill>
            <a:srgbClr val="E8251A"/>
          </a:solid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Off-Task Behavior Breakdown</a:t>
            </a:r>
            <a:endParaRPr lang="en-US" sz="1100" dirty="0">
              <a:latin typeface="Times New Roman" panose="02020603050405020304" pitchFamily="18" charset="0"/>
              <a:cs typeface="Times New Roman" panose="02020603050405020304" pitchFamily="18" charset="0"/>
            </a:endParaRPr>
          </a:p>
        </p:txBody>
      </p:sp>
      <p:graphicFrame>
        <p:nvGraphicFramePr>
          <p:cNvPr id="25" name="Chart 0"/>
          <p:cNvGraphicFramePr/>
          <p:nvPr>
            <p:extLst>
              <p:ext uri="{D42A27DB-BD31-4B8C-83A1-F6EECF244321}">
                <p14:modId xmlns:p14="http://schemas.microsoft.com/office/powerpoint/2010/main" val="561120297"/>
              </p:ext>
            </p:extLst>
          </p:nvPr>
        </p:nvGraphicFramePr>
        <p:xfrm>
          <a:off x="320040" y="2011680"/>
          <a:ext cx="402336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26" name="Shape 22"/>
          <p:cNvSpPr/>
          <p:nvPr/>
        </p:nvSpPr>
        <p:spPr>
          <a:xfrm>
            <a:off x="4617720" y="1691640"/>
            <a:ext cx="4251960" cy="3017520"/>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7" name="Text 23"/>
          <p:cNvSpPr/>
          <p:nvPr/>
        </p:nvSpPr>
        <p:spPr>
          <a:xfrm>
            <a:off x="4617720" y="1691640"/>
            <a:ext cx="4251960" cy="292608"/>
          </a:xfrm>
          <a:prstGeom prst="rect">
            <a:avLst/>
          </a:prstGeom>
          <a:solidFill>
            <a:srgbClr val="E8251A"/>
          </a:solid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Findings by Course &amp; Demographics</a:t>
            </a:r>
            <a:endParaRPr lang="en-US" sz="1100" dirty="0">
              <a:latin typeface="Times New Roman" panose="02020603050405020304" pitchFamily="18" charset="0"/>
              <a:cs typeface="Times New Roman" panose="02020603050405020304" pitchFamily="18" charset="0"/>
            </a:endParaRPr>
          </a:p>
        </p:txBody>
      </p:sp>
      <p:graphicFrame>
        <p:nvGraphicFramePr>
          <p:cNvPr id="28" name="Chart 1"/>
          <p:cNvGraphicFramePr/>
          <p:nvPr>
            <p:extLst>
              <p:ext uri="{D42A27DB-BD31-4B8C-83A1-F6EECF244321}">
                <p14:modId xmlns:p14="http://schemas.microsoft.com/office/powerpoint/2010/main" val="3085270743"/>
              </p:ext>
            </p:extLst>
          </p:nvPr>
        </p:nvGraphicFramePr>
        <p:xfrm>
          <a:off x="4663440" y="2011680"/>
          <a:ext cx="4160520" cy="1645920"/>
        </p:xfrm>
        <a:graphic>
          <a:graphicData uri="http://schemas.openxmlformats.org/drawingml/2006/chart">
            <c:chart xmlns:c="http://schemas.openxmlformats.org/drawingml/2006/chart" xmlns:r="http://schemas.openxmlformats.org/officeDocument/2006/relationships" r:id="rId5"/>
          </a:graphicData>
        </a:graphic>
      </p:graphicFrame>
      <p:sp>
        <p:nvSpPr>
          <p:cNvPr id="29" name="Text 24"/>
          <p:cNvSpPr/>
          <p:nvPr/>
        </p:nvSpPr>
        <p:spPr>
          <a:xfrm>
            <a:off x="4709160" y="3703320"/>
            <a:ext cx="4114800" cy="960120"/>
          </a:xfrm>
          <a:prstGeom prst="rect">
            <a:avLst/>
          </a:prstGeom>
          <a:noFill/>
          <a:ln/>
        </p:spPr>
        <p:txBody>
          <a:bodyPr wrap="square" lIns="50800" tIns="50800" rIns="50800" bIns="0" rtlCol="0" anchor="t"/>
          <a:lstStyle/>
          <a:p>
            <a:pPr marL="342900" indent="-342900">
              <a:buSzPct val="100000"/>
              <a:buChar char="•"/>
            </a:pPr>
            <a:r>
              <a:rPr lang="en-US" sz="950" dirty="0">
                <a:solidFill>
                  <a:srgbClr val="333333"/>
                </a:solidFill>
                <a:latin typeface="Times New Roman" panose="02020603050405020304" pitchFamily="18" charset="0"/>
                <a:ea typeface="Calibri" pitchFamily="34" charset="-122"/>
                <a:cs typeface="Times New Roman" panose="02020603050405020304" pitchFamily="18" charset="0"/>
              </a:rPr>
              <a:t>Temporal pattern: U-shaped within sessions — peaks in first 8 min and last 15 min</a:t>
            </a:r>
            <a:endParaRPr lang="en-US" sz="950" dirty="0">
              <a:latin typeface="Times New Roman" panose="02020603050405020304" pitchFamily="18" charset="0"/>
              <a:cs typeface="Times New Roman" panose="02020603050405020304" pitchFamily="18" charset="0"/>
            </a:endParaRPr>
          </a:p>
          <a:p>
            <a:pPr marL="342900" indent="-342900">
              <a:buSzPct val="100000"/>
              <a:buChar char="•"/>
            </a:pPr>
            <a:r>
              <a:rPr lang="en-US" sz="950" dirty="0">
                <a:solidFill>
                  <a:srgbClr val="333333"/>
                </a:solidFill>
                <a:latin typeface="Times New Roman" panose="02020603050405020304" pitchFamily="18" charset="0"/>
                <a:ea typeface="Calibri" pitchFamily="34" charset="-122"/>
                <a:cs typeface="Times New Roman" panose="02020603050405020304" pitchFamily="18" charset="0"/>
              </a:rPr>
              <a:t>Afternoon lectures (&gt;4pm): 34% more off-task vs morning sessions</a:t>
            </a:r>
            <a:endParaRPr lang="en-US" sz="950" dirty="0">
              <a:latin typeface="Times New Roman" panose="02020603050405020304" pitchFamily="18" charset="0"/>
              <a:cs typeface="Times New Roman" panose="02020603050405020304" pitchFamily="18" charset="0"/>
            </a:endParaRPr>
          </a:p>
          <a:p>
            <a:pPr marL="342900" indent="-342900">
              <a:buSzPct val="100000"/>
              <a:buChar char="•"/>
            </a:pPr>
            <a:r>
              <a:rPr lang="en-US" sz="950" dirty="0">
                <a:solidFill>
                  <a:srgbClr val="333333"/>
                </a:solidFill>
                <a:latin typeface="Times New Roman" panose="02020603050405020304" pitchFamily="18" charset="0"/>
                <a:ea typeface="Calibri" pitchFamily="34" charset="-122"/>
                <a:cs typeface="Times New Roman" panose="02020603050405020304" pitchFamily="18" charset="0"/>
              </a:rPr>
              <a:t>Gender: females averaged 20.9 min vs males 25.6 min (p=0.004)</a:t>
            </a:r>
            <a:endParaRPr lang="en-US" sz="950" dirty="0">
              <a:latin typeface="Times New Roman" panose="02020603050405020304" pitchFamily="18" charset="0"/>
              <a:cs typeface="Times New Roman" panose="02020603050405020304" pitchFamily="18" charset="0"/>
            </a:endParaRPr>
          </a:p>
          <a:p>
            <a:pPr marL="342900" indent="-342900">
              <a:buSzPct val="100000"/>
              <a:buChar char="•"/>
            </a:pPr>
            <a:r>
              <a:rPr lang="en-US" sz="950" dirty="0">
                <a:solidFill>
                  <a:srgbClr val="333333"/>
                </a:solidFill>
                <a:latin typeface="Times New Roman" panose="02020603050405020304" pitchFamily="18" charset="0"/>
                <a:ea typeface="Calibri" pitchFamily="34" charset="-122"/>
                <a:cs typeface="Times New Roman" panose="02020603050405020304" pitchFamily="18" charset="0"/>
              </a:rPr>
              <a:t>Seniors (3rd/4th yr): 27.3 min/day vs freshmen 19.6 min/day</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28600" y="0"/>
            <a:ext cx="6858000" cy="502920"/>
          </a:xfrm>
          <a:prstGeom prst="rect">
            <a:avLst/>
          </a:prstGeom>
          <a:noFill/>
          <a:ln/>
        </p:spPr>
        <p:txBody>
          <a:bodyPr wrap="square" lIns="0" tIns="0" rIns="0" bIns="0" rtlCol="0" anchor="ctr"/>
          <a:lstStyle/>
          <a:p>
            <a:pPr marL="0" indent="0" algn="l">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Future Scope &amp; Research Directions</a:t>
            </a:r>
            <a:endParaRPr lang="en-US" sz="2000" dirty="0">
              <a:latin typeface="Times New Roman" panose="02020603050405020304" pitchFamily="18" charset="0"/>
              <a:cs typeface="Times New Roman" panose="02020603050405020304" pitchFamily="18" charset="0"/>
            </a:endParaRPr>
          </a:p>
        </p:txBody>
      </p:sp>
      <p:pic>
        <p:nvPicPr>
          <p:cNvPr id="4" name="Image 0" descr="/home/claude/chitkara_logo2.jpeg"/>
          <p:cNvPicPr>
            <a:picLocks noChangeAspect="1"/>
          </p:cNvPicPr>
          <p:nvPr/>
        </p:nvPicPr>
        <p:blipFill>
          <a:blip r:embed="rId3"/>
          <a:stretch>
            <a:fillRect/>
          </a:stretch>
        </p:blipFill>
        <p:spPr>
          <a:xfrm>
            <a:off x="7589520" y="45720"/>
            <a:ext cx="1463040" cy="402336"/>
          </a:xfrm>
          <a:prstGeom prst="rect">
            <a:avLst/>
          </a:prstGeom>
        </p:spPr>
      </p:pic>
      <p:sp>
        <p:nvSpPr>
          <p:cNvPr id="5" name="Shape 2"/>
          <p:cNvSpPr/>
          <p:nvPr/>
        </p:nvSpPr>
        <p:spPr>
          <a:xfrm>
            <a:off x="0" y="4846320"/>
            <a:ext cx="9144000" cy="2971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Text 3"/>
          <p:cNvSpPr/>
          <p:nvPr/>
        </p:nvSpPr>
        <p:spPr>
          <a:xfrm>
            <a:off x="8503920" y="4846320"/>
            <a:ext cx="457200" cy="29718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anose="02020603050405020304" pitchFamily="18" charset="0"/>
                <a:ea typeface="Calibri" pitchFamily="34" charset="-122"/>
                <a:cs typeface="Times New Roman" panose="02020603050405020304" pitchFamily="18" charset="0"/>
              </a:rPr>
              <a:t>6</a:t>
            </a:r>
            <a:endParaRPr lang="en-US" sz="1100" dirty="0">
              <a:latin typeface="Times New Roman" panose="02020603050405020304" pitchFamily="18" charset="0"/>
              <a:cs typeface="Times New Roman" panose="02020603050405020304" pitchFamily="18" charset="0"/>
            </a:endParaRPr>
          </a:p>
        </p:txBody>
      </p:sp>
      <p:sp>
        <p:nvSpPr>
          <p:cNvPr id="7" name="Shape 4"/>
          <p:cNvSpPr/>
          <p:nvPr/>
        </p:nvSpPr>
        <p:spPr>
          <a:xfrm>
            <a:off x="274320" y="658368"/>
            <a:ext cx="4251960" cy="12618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Shape 5"/>
          <p:cNvSpPr/>
          <p:nvPr/>
        </p:nvSpPr>
        <p:spPr>
          <a:xfrm>
            <a:off x="365760" y="749808"/>
            <a:ext cx="384048" cy="3840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9" name="Text 6"/>
          <p:cNvSpPr/>
          <p:nvPr/>
        </p:nvSpPr>
        <p:spPr>
          <a:xfrm>
            <a:off x="365760" y="7498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822960" y="722376"/>
            <a:ext cx="3611880" cy="320040"/>
          </a:xfrm>
          <a:prstGeom prst="rect">
            <a:avLst/>
          </a:prstGeom>
          <a:noFill/>
          <a:ln/>
        </p:spPr>
        <p:txBody>
          <a:bodyPr wrap="square" lIns="0" tIns="0" rIns="0" bIns="0" rtlCol="0" anchor="ctr"/>
          <a:lstStyle/>
          <a:p>
            <a:pPr marL="0" indent="0">
              <a:buNone/>
            </a:pPr>
            <a:r>
              <a:rPr lang="en-US" sz="1100" b="1" dirty="0">
                <a:solidFill>
                  <a:srgbClr val="1A1A1A"/>
                </a:solidFill>
                <a:latin typeface="Times New Roman" panose="02020603050405020304" pitchFamily="18" charset="0"/>
                <a:ea typeface="Calibri" pitchFamily="34" charset="-122"/>
                <a:cs typeface="Times New Roman" panose="02020603050405020304" pitchFamily="18" charset="0"/>
              </a:rPr>
              <a:t>Multi-Institution Studies</a:t>
            </a:r>
            <a:endParaRPr lang="en-US" sz="1100" dirty="0">
              <a:latin typeface="Times New Roman" panose="02020603050405020304" pitchFamily="18" charset="0"/>
              <a:cs typeface="Times New Roman" panose="02020603050405020304" pitchFamily="18" charset="0"/>
            </a:endParaRPr>
          </a:p>
        </p:txBody>
      </p:sp>
      <p:sp>
        <p:nvSpPr>
          <p:cNvPr id="11" name="Text 8"/>
          <p:cNvSpPr/>
          <p:nvPr/>
        </p:nvSpPr>
        <p:spPr>
          <a:xfrm>
            <a:off x="365760" y="1115568"/>
            <a:ext cx="4050792" cy="768096"/>
          </a:xfrm>
          <a:prstGeom prst="rect">
            <a:avLst/>
          </a:prstGeom>
          <a:noFill/>
          <a:ln/>
        </p:spPr>
        <p:txBody>
          <a:bodyPr wrap="square" lIns="0" tIns="0" rIns="0" bIns="0" rtlCol="0" anchor="t"/>
          <a:lstStyle/>
          <a:p>
            <a:pPr marL="0" indent="0">
              <a:buNone/>
            </a:pPr>
            <a:r>
              <a:rPr lang="en-US" sz="880" dirty="0">
                <a:solidFill>
                  <a:srgbClr val="555555"/>
                </a:solidFill>
                <a:latin typeface="Times New Roman" panose="02020603050405020304" pitchFamily="18" charset="0"/>
                <a:ea typeface="Calibri" pitchFamily="34" charset="-122"/>
                <a:cs typeface="Times New Roman" panose="02020603050405020304" pitchFamily="18" charset="0"/>
              </a:rPr>
              <a:t>The current study was conducted at a single South Asian public university, which limits how broadly its findings can be applied. Future research should replicate this methodology across institutions with diverse cultural, economic, and technological contexts to build a more generalized understanding of digital distraction in online learning.</a:t>
            </a:r>
            <a:endParaRPr lang="en-US" sz="880" dirty="0">
              <a:latin typeface="Times New Roman" panose="02020603050405020304" pitchFamily="18" charset="0"/>
              <a:cs typeface="Times New Roman" panose="02020603050405020304" pitchFamily="18" charset="0"/>
            </a:endParaRPr>
          </a:p>
        </p:txBody>
      </p:sp>
      <p:sp>
        <p:nvSpPr>
          <p:cNvPr id="12" name="Shape 9"/>
          <p:cNvSpPr/>
          <p:nvPr/>
        </p:nvSpPr>
        <p:spPr>
          <a:xfrm>
            <a:off x="4709160" y="658368"/>
            <a:ext cx="4251960" cy="12618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3" name="Shape 10"/>
          <p:cNvSpPr/>
          <p:nvPr/>
        </p:nvSpPr>
        <p:spPr>
          <a:xfrm>
            <a:off x="4800600" y="749808"/>
            <a:ext cx="384048" cy="3840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11"/>
          <p:cNvSpPr/>
          <p:nvPr/>
        </p:nvSpPr>
        <p:spPr>
          <a:xfrm>
            <a:off x="4800600" y="7498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15" name="Text 12"/>
          <p:cNvSpPr/>
          <p:nvPr/>
        </p:nvSpPr>
        <p:spPr>
          <a:xfrm>
            <a:off x="5257800" y="722376"/>
            <a:ext cx="3611880" cy="320040"/>
          </a:xfrm>
          <a:prstGeom prst="rect">
            <a:avLst/>
          </a:prstGeom>
          <a:noFill/>
          <a:ln/>
        </p:spPr>
        <p:txBody>
          <a:bodyPr wrap="square" lIns="0" tIns="0" rIns="0" bIns="0" rtlCol="0" anchor="ctr"/>
          <a:lstStyle/>
          <a:p>
            <a:pPr marL="0" indent="0">
              <a:buNone/>
            </a:pPr>
            <a:r>
              <a:rPr lang="en-US" sz="1100" b="1" dirty="0">
                <a:solidFill>
                  <a:srgbClr val="1A1A1A"/>
                </a:solidFill>
                <a:latin typeface="Times New Roman" panose="02020603050405020304" pitchFamily="18" charset="0"/>
                <a:ea typeface="Calibri" pitchFamily="34" charset="-122"/>
                <a:cs typeface="Times New Roman" panose="02020603050405020304" pitchFamily="18" charset="0"/>
              </a:rPr>
              <a:t>Privacy-Preserving Analytics</a:t>
            </a:r>
            <a:endParaRPr lang="en-US" sz="1100" dirty="0">
              <a:latin typeface="Times New Roman" panose="02020603050405020304" pitchFamily="18" charset="0"/>
              <a:cs typeface="Times New Roman" panose="02020603050405020304" pitchFamily="18" charset="0"/>
            </a:endParaRPr>
          </a:p>
        </p:txBody>
      </p:sp>
      <p:sp>
        <p:nvSpPr>
          <p:cNvPr id="16" name="Text 13"/>
          <p:cNvSpPr/>
          <p:nvPr/>
        </p:nvSpPr>
        <p:spPr>
          <a:xfrm>
            <a:off x="4800600" y="1115568"/>
            <a:ext cx="4050792" cy="768096"/>
          </a:xfrm>
          <a:prstGeom prst="rect">
            <a:avLst/>
          </a:prstGeom>
          <a:noFill/>
          <a:ln/>
        </p:spPr>
        <p:txBody>
          <a:bodyPr wrap="square" lIns="0" tIns="0" rIns="0" bIns="0" rtlCol="0" anchor="t"/>
          <a:lstStyle/>
          <a:p>
            <a:pPr marL="0" indent="0">
              <a:buNone/>
            </a:pPr>
            <a:r>
              <a:rPr lang="en-US" sz="880" dirty="0">
                <a:solidFill>
                  <a:srgbClr val="555555"/>
                </a:solidFill>
                <a:latin typeface="Times New Roman" panose="02020603050405020304" pitchFamily="18" charset="0"/>
                <a:ea typeface="Calibri" pitchFamily="34" charset="-122"/>
                <a:cs typeface="Times New Roman" panose="02020603050405020304" pitchFamily="18" charset="0"/>
              </a:rPr>
              <a:t>As behavioral telemetry becomes central to educational research, protecting student privacy must evolve alongside it. Future work should explore techniques such as differential privacy and on-device processing, which allow large-scale passive data collection without transmitting or exposing identifiable information to external servers.</a:t>
            </a:r>
            <a:endParaRPr lang="en-US" sz="880" dirty="0">
              <a:latin typeface="Times New Roman" panose="02020603050405020304" pitchFamily="18" charset="0"/>
              <a:cs typeface="Times New Roman" panose="02020603050405020304" pitchFamily="18" charset="0"/>
            </a:endParaRPr>
          </a:p>
        </p:txBody>
      </p:sp>
      <p:sp>
        <p:nvSpPr>
          <p:cNvPr id="17" name="Shape 14"/>
          <p:cNvSpPr/>
          <p:nvPr/>
        </p:nvSpPr>
        <p:spPr>
          <a:xfrm>
            <a:off x="274320" y="2048256"/>
            <a:ext cx="4251960" cy="12618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8" name="Shape 15"/>
          <p:cNvSpPr/>
          <p:nvPr/>
        </p:nvSpPr>
        <p:spPr>
          <a:xfrm>
            <a:off x="365760" y="2139696"/>
            <a:ext cx="384048" cy="3840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9" name="Text 16"/>
          <p:cNvSpPr/>
          <p:nvPr/>
        </p:nvSpPr>
        <p:spPr>
          <a:xfrm>
            <a:off x="365760" y="21396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p:txBody>
      </p:sp>
      <p:sp>
        <p:nvSpPr>
          <p:cNvPr id="20" name="Text 17"/>
          <p:cNvSpPr/>
          <p:nvPr/>
        </p:nvSpPr>
        <p:spPr>
          <a:xfrm>
            <a:off x="822960" y="2112264"/>
            <a:ext cx="3611880" cy="320040"/>
          </a:xfrm>
          <a:prstGeom prst="rect">
            <a:avLst/>
          </a:prstGeom>
          <a:noFill/>
          <a:ln/>
        </p:spPr>
        <p:txBody>
          <a:bodyPr wrap="square" lIns="0" tIns="0" rIns="0" bIns="0" rtlCol="0" anchor="ctr"/>
          <a:lstStyle/>
          <a:p>
            <a:pPr marL="0" indent="0">
              <a:buNone/>
            </a:pPr>
            <a:r>
              <a:rPr lang="en-US" sz="1100" b="1" dirty="0">
                <a:solidFill>
                  <a:srgbClr val="1A1A1A"/>
                </a:solidFill>
                <a:latin typeface="Times New Roman" panose="02020603050405020304" pitchFamily="18" charset="0"/>
                <a:ea typeface="Calibri" pitchFamily="34" charset="-122"/>
                <a:cs typeface="Times New Roman" panose="02020603050405020304" pitchFamily="18" charset="0"/>
              </a:rPr>
              <a:t>Adaptive LMS Interventions</a:t>
            </a:r>
            <a:endParaRPr lang="en-US" sz="1100" dirty="0">
              <a:latin typeface="Times New Roman" panose="02020603050405020304" pitchFamily="18" charset="0"/>
              <a:cs typeface="Times New Roman" panose="02020603050405020304" pitchFamily="18" charset="0"/>
            </a:endParaRPr>
          </a:p>
        </p:txBody>
      </p:sp>
      <p:sp>
        <p:nvSpPr>
          <p:cNvPr id="21" name="Text 18"/>
          <p:cNvSpPr/>
          <p:nvPr/>
        </p:nvSpPr>
        <p:spPr>
          <a:xfrm>
            <a:off x="365760" y="2505456"/>
            <a:ext cx="4050792" cy="768096"/>
          </a:xfrm>
          <a:prstGeom prst="rect">
            <a:avLst/>
          </a:prstGeom>
          <a:noFill/>
          <a:ln/>
        </p:spPr>
        <p:txBody>
          <a:bodyPr wrap="square" lIns="0" tIns="0" rIns="0" bIns="0" rtlCol="0" anchor="t"/>
          <a:lstStyle/>
          <a:p>
            <a:pPr marL="0" indent="0">
              <a:buNone/>
            </a:pPr>
            <a:r>
              <a:rPr lang="en-US" sz="880" dirty="0">
                <a:solidFill>
                  <a:srgbClr val="555555"/>
                </a:solidFill>
                <a:latin typeface="Times New Roman" panose="02020603050405020304" pitchFamily="18" charset="0"/>
                <a:ea typeface="Calibri" pitchFamily="34" charset="-122"/>
                <a:cs typeface="Times New Roman" panose="02020603050405020304" pitchFamily="18" charset="0"/>
              </a:rPr>
              <a:t>The temporal patterns identified in this study — particularly the spikes in off-task behavior during the first and last 15 minutes of a session — suggest clear opportunities for platform-level intervention. Future LMS and video conferencing tools should embed unobtrusive behavioral signals to trigger just-in-time engagement prompts at precisely these high-risk moments.</a:t>
            </a:r>
            <a:endParaRPr lang="en-US" sz="880" dirty="0">
              <a:latin typeface="Times New Roman" panose="02020603050405020304" pitchFamily="18" charset="0"/>
              <a:cs typeface="Times New Roman" panose="02020603050405020304" pitchFamily="18" charset="0"/>
            </a:endParaRPr>
          </a:p>
        </p:txBody>
      </p:sp>
      <p:sp>
        <p:nvSpPr>
          <p:cNvPr id="22" name="Shape 19"/>
          <p:cNvSpPr/>
          <p:nvPr/>
        </p:nvSpPr>
        <p:spPr>
          <a:xfrm>
            <a:off x="4709160" y="2048256"/>
            <a:ext cx="4251960" cy="12618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3" name="Shape 20"/>
          <p:cNvSpPr/>
          <p:nvPr/>
        </p:nvSpPr>
        <p:spPr>
          <a:xfrm>
            <a:off x="4800600" y="2139696"/>
            <a:ext cx="384048" cy="3840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4" name="Text 21"/>
          <p:cNvSpPr/>
          <p:nvPr/>
        </p:nvSpPr>
        <p:spPr>
          <a:xfrm>
            <a:off x="4800600" y="21396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4</a:t>
            </a:r>
            <a:endParaRPr lang="en-US" sz="1400" dirty="0">
              <a:latin typeface="Times New Roman" panose="02020603050405020304" pitchFamily="18" charset="0"/>
              <a:cs typeface="Times New Roman" panose="02020603050405020304" pitchFamily="18" charset="0"/>
            </a:endParaRPr>
          </a:p>
        </p:txBody>
      </p:sp>
      <p:sp>
        <p:nvSpPr>
          <p:cNvPr id="25" name="Text 22"/>
          <p:cNvSpPr/>
          <p:nvPr/>
        </p:nvSpPr>
        <p:spPr>
          <a:xfrm>
            <a:off x="5257800" y="2112264"/>
            <a:ext cx="3611880" cy="320040"/>
          </a:xfrm>
          <a:prstGeom prst="rect">
            <a:avLst/>
          </a:prstGeom>
          <a:noFill/>
          <a:ln/>
        </p:spPr>
        <p:txBody>
          <a:bodyPr wrap="square" lIns="0" tIns="0" rIns="0" bIns="0" rtlCol="0" anchor="ctr"/>
          <a:lstStyle/>
          <a:p>
            <a:pPr marL="0" indent="0">
              <a:buNone/>
            </a:pPr>
            <a:r>
              <a:rPr lang="en-US" sz="1100" b="1" dirty="0">
                <a:solidFill>
                  <a:srgbClr val="1A1A1A"/>
                </a:solidFill>
                <a:latin typeface="Times New Roman" panose="02020603050405020304" pitchFamily="18" charset="0"/>
                <a:ea typeface="Calibri" pitchFamily="34" charset="-122"/>
                <a:cs typeface="Times New Roman" panose="02020603050405020304" pitchFamily="18" charset="0"/>
              </a:rPr>
              <a:t>Invisible Distraction Detection</a:t>
            </a:r>
            <a:endParaRPr lang="en-US" sz="1100" dirty="0">
              <a:latin typeface="Times New Roman" panose="02020603050405020304" pitchFamily="18" charset="0"/>
              <a:cs typeface="Times New Roman" panose="02020603050405020304" pitchFamily="18" charset="0"/>
            </a:endParaRPr>
          </a:p>
        </p:txBody>
      </p:sp>
      <p:sp>
        <p:nvSpPr>
          <p:cNvPr id="26" name="Text 23"/>
          <p:cNvSpPr/>
          <p:nvPr/>
        </p:nvSpPr>
        <p:spPr>
          <a:xfrm>
            <a:off x="4800600" y="2505456"/>
            <a:ext cx="4050792" cy="768096"/>
          </a:xfrm>
          <a:prstGeom prst="rect">
            <a:avLst/>
          </a:prstGeom>
          <a:noFill/>
          <a:ln/>
        </p:spPr>
        <p:txBody>
          <a:bodyPr wrap="square" lIns="0" tIns="0" rIns="0" bIns="0" rtlCol="0" anchor="t"/>
          <a:lstStyle/>
          <a:p>
            <a:pPr marL="0" indent="0">
              <a:buNone/>
            </a:pPr>
            <a:r>
              <a:rPr lang="en-US" sz="880" dirty="0">
                <a:solidFill>
                  <a:srgbClr val="555555"/>
                </a:solidFill>
                <a:latin typeface="Times New Roman" panose="02020603050405020304" pitchFamily="18" charset="0"/>
                <a:ea typeface="Calibri" pitchFamily="34" charset="-122"/>
                <a:cs typeface="Times New Roman" panose="02020603050405020304" pitchFamily="18" charset="0"/>
              </a:rPr>
              <a:t>Screen-time data cannot capture a student who has a lecture open but is mentally disengaged — what might be called invisible distraction. Future research must develop methods, potentially combining eye-tracking, interaction frequency, or physiological signals, to detect cognitive absence even when behavioral logs indicate on-task activity.</a:t>
            </a:r>
            <a:endParaRPr lang="en-US" sz="880" dirty="0">
              <a:latin typeface="Times New Roman" panose="02020603050405020304" pitchFamily="18" charset="0"/>
              <a:cs typeface="Times New Roman" panose="02020603050405020304" pitchFamily="18" charset="0"/>
            </a:endParaRPr>
          </a:p>
        </p:txBody>
      </p:sp>
      <p:sp>
        <p:nvSpPr>
          <p:cNvPr id="27" name="Shape 24"/>
          <p:cNvSpPr/>
          <p:nvPr/>
        </p:nvSpPr>
        <p:spPr>
          <a:xfrm>
            <a:off x="274320" y="3438144"/>
            <a:ext cx="4251960" cy="12618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8" name="Shape 25"/>
          <p:cNvSpPr/>
          <p:nvPr/>
        </p:nvSpPr>
        <p:spPr>
          <a:xfrm>
            <a:off x="365760" y="3529584"/>
            <a:ext cx="384048" cy="3840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9" name="Text 26"/>
          <p:cNvSpPr/>
          <p:nvPr/>
        </p:nvSpPr>
        <p:spPr>
          <a:xfrm>
            <a:off x="365760" y="35295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5</a:t>
            </a:r>
            <a:endParaRPr lang="en-US" sz="1400" dirty="0">
              <a:latin typeface="Times New Roman" panose="02020603050405020304" pitchFamily="18" charset="0"/>
              <a:cs typeface="Times New Roman" panose="02020603050405020304" pitchFamily="18" charset="0"/>
            </a:endParaRPr>
          </a:p>
        </p:txBody>
      </p:sp>
      <p:sp>
        <p:nvSpPr>
          <p:cNvPr id="30" name="Text 27"/>
          <p:cNvSpPr/>
          <p:nvPr/>
        </p:nvSpPr>
        <p:spPr>
          <a:xfrm>
            <a:off x="822960" y="3502152"/>
            <a:ext cx="3611880" cy="320040"/>
          </a:xfrm>
          <a:prstGeom prst="rect">
            <a:avLst/>
          </a:prstGeom>
          <a:noFill/>
          <a:ln/>
        </p:spPr>
        <p:txBody>
          <a:bodyPr wrap="square" lIns="0" tIns="0" rIns="0" bIns="0" rtlCol="0" anchor="ctr"/>
          <a:lstStyle/>
          <a:p>
            <a:pPr marL="0" indent="0">
              <a:buNone/>
            </a:pPr>
            <a:r>
              <a:rPr lang="en-US" sz="1100" b="1" dirty="0">
                <a:solidFill>
                  <a:srgbClr val="1A1A1A"/>
                </a:solidFill>
                <a:latin typeface="Times New Roman" panose="02020603050405020304" pitchFamily="18" charset="0"/>
                <a:ea typeface="Calibri" pitchFamily="34" charset="-122"/>
                <a:cs typeface="Times New Roman" panose="02020603050405020304" pitchFamily="18" charset="0"/>
              </a:rPr>
              <a:t>Longitudinal Causality Analysis</a:t>
            </a:r>
            <a:endParaRPr lang="en-US" sz="1100" dirty="0">
              <a:latin typeface="Times New Roman" panose="02020603050405020304" pitchFamily="18" charset="0"/>
              <a:cs typeface="Times New Roman" panose="02020603050405020304" pitchFamily="18" charset="0"/>
            </a:endParaRPr>
          </a:p>
        </p:txBody>
      </p:sp>
      <p:sp>
        <p:nvSpPr>
          <p:cNvPr id="31" name="Text 28"/>
          <p:cNvSpPr/>
          <p:nvPr/>
        </p:nvSpPr>
        <p:spPr>
          <a:xfrm>
            <a:off x="365760" y="3895344"/>
            <a:ext cx="4050792" cy="768096"/>
          </a:xfrm>
          <a:prstGeom prst="rect">
            <a:avLst/>
          </a:prstGeom>
          <a:noFill/>
          <a:ln/>
        </p:spPr>
        <p:txBody>
          <a:bodyPr wrap="square" lIns="0" tIns="0" rIns="0" bIns="0" rtlCol="0" anchor="t"/>
          <a:lstStyle/>
          <a:p>
            <a:pPr marL="0" indent="0">
              <a:buNone/>
            </a:pPr>
            <a:r>
              <a:rPr lang="en-US" sz="880" dirty="0">
                <a:solidFill>
                  <a:srgbClr val="555555"/>
                </a:solidFill>
                <a:latin typeface="Times New Roman" panose="02020603050405020304" pitchFamily="18" charset="0"/>
                <a:ea typeface="Calibri" pitchFamily="34" charset="-122"/>
                <a:cs typeface="Times New Roman" panose="02020603050405020304" pitchFamily="18" charset="0"/>
              </a:rPr>
              <a:t>This study establishes a correlation between off-task behavior and lower academic scores, but cannot confirm the direction of causation. Future studies should employ randomized or quasi-experimental designs to determine whether reduced distraction directly improves performance, or whether lower-performing students are simply more prone to distraction.</a:t>
            </a:r>
            <a:endParaRPr lang="en-US" sz="880" dirty="0">
              <a:latin typeface="Times New Roman" panose="02020603050405020304" pitchFamily="18" charset="0"/>
              <a:cs typeface="Times New Roman" panose="02020603050405020304" pitchFamily="18" charset="0"/>
            </a:endParaRPr>
          </a:p>
        </p:txBody>
      </p:sp>
      <p:sp>
        <p:nvSpPr>
          <p:cNvPr id="32" name="Shape 29"/>
          <p:cNvSpPr/>
          <p:nvPr/>
        </p:nvSpPr>
        <p:spPr>
          <a:xfrm>
            <a:off x="4709160" y="3438144"/>
            <a:ext cx="4251960" cy="12618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3" name="Shape 30"/>
          <p:cNvSpPr/>
          <p:nvPr/>
        </p:nvSpPr>
        <p:spPr>
          <a:xfrm>
            <a:off x="4800600" y="3529584"/>
            <a:ext cx="384048" cy="384048"/>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4" name="Text 31"/>
          <p:cNvSpPr/>
          <p:nvPr/>
        </p:nvSpPr>
        <p:spPr>
          <a:xfrm>
            <a:off x="4800600" y="35295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6</a:t>
            </a:r>
            <a:endParaRPr lang="en-US" sz="1400" dirty="0">
              <a:latin typeface="Times New Roman" panose="02020603050405020304" pitchFamily="18" charset="0"/>
              <a:cs typeface="Times New Roman" panose="02020603050405020304" pitchFamily="18" charset="0"/>
            </a:endParaRPr>
          </a:p>
        </p:txBody>
      </p:sp>
      <p:sp>
        <p:nvSpPr>
          <p:cNvPr id="35" name="Text 32"/>
          <p:cNvSpPr/>
          <p:nvPr/>
        </p:nvSpPr>
        <p:spPr>
          <a:xfrm>
            <a:off x="5257800" y="3502152"/>
            <a:ext cx="3611880" cy="320040"/>
          </a:xfrm>
          <a:prstGeom prst="rect">
            <a:avLst/>
          </a:prstGeom>
          <a:noFill/>
          <a:ln/>
        </p:spPr>
        <p:txBody>
          <a:bodyPr wrap="square" lIns="0" tIns="0" rIns="0" bIns="0" rtlCol="0" anchor="ctr"/>
          <a:lstStyle/>
          <a:p>
            <a:pPr marL="0" indent="0">
              <a:buNone/>
            </a:pPr>
            <a:r>
              <a:rPr lang="en-US" sz="1100" b="1" dirty="0">
                <a:solidFill>
                  <a:srgbClr val="1A1A1A"/>
                </a:solidFill>
                <a:latin typeface="Times New Roman" panose="02020603050405020304" pitchFamily="18" charset="0"/>
                <a:ea typeface="Calibri" pitchFamily="34" charset="-122"/>
                <a:cs typeface="Times New Roman" panose="02020603050405020304" pitchFamily="18" charset="0"/>
              </a:rPr>
              <a:t>Mobile-First Research</a:t>
            </a:r>
            <a:endParaRPr lang="en-US" sz="1100" dirty="0">
              <a:latin typeface="Times New Roman" panose="02020603050405020304" pitchFamily="18" charset="0"/>
              <a:cs typeface="Times New Roman" panose="02020603050405020304" pitchFamily="18" charset="0"/>
            </a:endParaRPr>
          </a:p>
        </p:txBody>
      </p:sp>
      <p:sp>
        <p:nvSpPr>
          <p:cNvPr id="36" name="Text 33"/>
          <p:cNvSpPr/>
          <p:nvPr/>
        </p:nvSpPr>
        <p:spPr>
          <a:xfrm>
            <a:off x="4800600" y="3895344"/>
            <a:ext cx="4050792" cy="768096"/>
          </a:xfrm>
          <a:prstGeom prst="rect">
            <a:avLst/>
          </a:prstGeom>
          <a:noFill/>
          <a:ln/>
        </p:spPr>
        <p:txBody>
          <a:bodyPr wrap="square" lIns="0" tIns="0" rIns="0" bIns="0" rtlCol="0" anchor="t"/>
          <a:lstStyle/>
          <a:p>
            <a:pPr marL="0" indent="0">
              <a:buNone/>
            </a:pPr>
            <a:r>
              <a:rPr lang="en-US" sz="880" dirty="0">
                <a:solidFill>
                  <a:srgbClr val="555555"/>
                </a:solidFill>
                <a:latin typeface="Times New Roman" panose="02020603050405020304" pitchFamily="18" charset="0"/>
                <a:ea typeface="Calibri" pitchFamily="34" charset="-122"/>
                <a:cs typeface="Times New Roman" panose="02020603050405020304" pitchFamily="18" charset="0"/>
              </a:rPr>
              <a:t>All tracking in this study was limited to laptops and desktops. However, a significant portion of distracting activity may occur on smartphones used concurrently during lectures — a secondary-device problem that remains entirely invisible to current monitoring tools. Extending passive tracking to mobile platforms is a critical next step.</a:t>
            </a:r>
            <a:endParaRPr lang="en-US" sz="88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 name="Text 1"/>
          <p:cNvSpPr/>
          <p:nvPr/>
        </p:nvSpPr>
        <p:spPr>
          <a:xfrm>
            <a:off x="228600" y="0"/>
            <a:ext cx="6858000" cy="502920"/>
          </a:xfrm>
          <a:prstGeom prst="rect">
            <a:avLst/>
          </a:prstGeom>
          <a:noFill/>
          <a:ln/>
        </p:spPr>
        <p:txBody>
          <a:bodyPr wrap="square" lIns="0" tIns="0" rIns="0" bIns="0" rtlCol="0" anchor="ctr"/>
          <a:lstStyle/>
          <a:p>
            <a:pPr marL="0" indent="0" algn="l">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p:txBody>
      </p:sp>
      <p:pic>
        <p:nvPicPr>
          <p:cNvPr id="4" name="Image 0" descr="/home/claude/chitkara_logo2.jpeg"/>
          <p:cNvPicPr>
            <a:picLocks noChangeAspect="1"/>
          </p:cNvPicPr>
          <p:nvPr/>
        </p:nvPicPr>
        <p:blipFill>
          <a:blip r:embed="rId3"/>
          <a:stretch>
            <a:fillRect/>
          </a:stretch>
        </p:blipFill>
        <p:spPr>
          <a:xfrm>
            <a:off x="7589520" y="45720"/>
            <a:ext cx="1463040" cy="402336"/>
          </a:xfrm>
          <a:prstGeom prst="rect">
            <a:avLst/>
          </a:prstGeom>
        </p:spPr>
      </p:pic>
      <p:sp>
        <p:nvSpPr>
          <p:cNvPr id="5" name="Shape 2"/>
          <p:cNvSpPr/>
          <p:nvPr/>
        </p:nvSpPr>
        <p:spPr>
          <a:xfrm>
            <a:off x="0" y="4846320"/>
            <a:ext cx="9144000" cy="2971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Text 3"/>
          <p:cNvSpPr/>
          <p:nvPr/>
        </p:nvSpPr>
        <p:spPr>
          <a:xfrm>
            <a:off x="8503920" y="4846320"/>
            <a:ext cx="457200" cy="29718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anose="02020603050405020304" pitchFamily="18" charset="0"/>
                <a:ea typeface="Calibri" pitchFamily="34" charset="-122"/>
                <a:cs typeface="Times New Roman" panose="02020603050405020304" pitchFamily="18" charset="0"/>
              </a:rPr>
              <a:t>7</a:t>
            </a:r>
            <a:endParaRPr lang="en-US" sz="1100" dirty="0">
              <a:latin typeface="Times New Roman" panose="02020603050405020304" pitchFamily="18" charset="0"/>
              <a:cs typeface="Times New Roman" panose="02020603050405020304" pitchFamily="18" charset="0"/>
            </a:endParaRPr>
          </a:p>
        </p:txBody>
      </p:sp>
      <p:sp>
        <p:nvSpPr>
          <p:cNvPr id="7" name="Shape 4"/>
          <p:cNvSpPr/>
          <p:nvPr/>
        </p:nvSpPr>
        <p:spPr>
          <a:xfrm>
            <a:off x="274320" y="640080"/>
            <a:ext cx="8595360" cy="8046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Shape 5"/>
          <p:cNvSpPr/>
          <p:nvPr/>
        </p:nvSpPr>
        <p:spPr>
          <a:xfrm>
            <a:off x="274320" y="640080"/>
            <a:ext cx="91440" cy="804672"/>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9" name="Text 6"/>
          <p:cNvSpPr/>
          <p:nvPr/>
        </p:nvSpPr>
        <p:spPr>
          <a:xfrm>
            <a:off x="457200" y="667512"/>
            <a:ext cx="8321040" cy="219456"/>
          </a:xfrm>
          <a:prstGeom prst="rect">
            <a:avLst/>
          </a:prstGeom>
          <a:noFill/>
          <a:ln/>
        </p:spPr>
        <p:txBody>
          <a:bodyPr wrap="square" lIns="0" tIns="0" rIns="0" bIns="0" rtlCol="0" anchor="ctr"/>
          <a:lstStyle/>
          <a:p>
            <a:pPr marL="0" indent="0">
              <a:buNone/>
            </a:pPr>
            <a:r>
              <a:rPr lang="en-US" sz="1050" b="1" dirty="0">
                <a:solidFill>
                  <a:srgbClr val="1A1A1A"/>
                </a:solidFill>
                <a:latin typeface="Times New Roman" panose="02020603050405020304" pitchFamily="18" charset="0"/>
                <a:ea typeface="Calibri" pitchFamily="34" charset="-122"/>
                <a:cs typeface="Times New Roman" panose="02020603050405020304" pitchFamily="18" charset="0"/>
              </a:rPr>
              <a:t>Significant Off-Task Behavior Confirmed</a:t>
            </a:r>
            <a:endParaRPr lang="en-US" sz="1050" dirty="0">
              <a:latin typeface="Times New Roman" panose="02020603050405020304" pitchFamily="18" charset="0"/>
              <a:cs typeface="Times New Roman" panose="02020603050405020304" pitchFamily="18" charset="0"/>
            </a:endParaRPr>
          </a:p>
        </p:txBody>
      </p:sp>
      <p:sp>
        <p:nvSpPr>
          <p:cNvPr id="10" name="Text 7"/>
          <p:cNvSpPr/>
          <p:nvPr/>
        </p:nvSpPr>
        <p:spPr>
          <a:xfrm>
            <a:off x="457200" y="886968"/>
            <a:ext cx="8321040" cy="530352"/>
          </a:xfrm>
          <a:prstGeom prst="rect">
            <a:avLst/>
          </a:prstGeom>
          <a:noFill/>
          <a:ln/>
        </p:spPr>
        <p:txBody>
          <a:bodyPr wrap="square" lIns="0" tIns="0" rIns="0" bIns="0" rtlCol="0" anchor="t"/>
          <a:lstStyle/>
          <a:p>
            <a:pPr marL="0" indent="0">
              <a:buNone/>
            </a:pPr>
            <a:r>
              <a:rPr lang="en-US" sz="850" dirty="0">
                <a:solidFill>
                  <a:srgbClr val="555555"/>
                </a:solidFill>
                <a:latin typeface="Times New Roman" panose="02020603050405020304" pitchFamily="18" charset="0"/>
                <a:ea typeface="Calibri" pitchFamily="34" charset="-122"/>
                <a:cs typeface="Times New Roman" panose="02020603050405020304" pitchFamily="18" charset="0"/>
              </a:rPr>
              <a:t>This study provides one of the most rigorous empirical accounts of digital distraction in online learning to date. Students spent a median of 23.4 minutes — roughly 26% — of a 90-minute synchronous lecture engaged in off-task screen activity. Far from being a marginal or incidental issue, distraction at this scale represents a substantial structural problem in the online learning environment, one that demands attention from educators, platform designers, and institutional policymakers alike.</a:t>
            </a:r>
            <a:endParaRPr lang="en-US" sz="850" dirty="0">
              <a:latin typeface="Times New Roman" panose="02020603050405020304" pitchFamily="18" charset="0"/>
              <a:cs typeface="Times New Roman" panose="02020603050405020304" pitchFamily="18" charset="0"/>
            </a:endParaRPr>
          </a:p>
        </p:txBody>
      </p:sp>
      <p:sp>
        <p:nvSpPr>
          <p:cNvPr id="11" name="Shape 8"/>
          <p:cNvSpPr/>
          <p:nvPr/>
        </p:nvSpPr>
        <p:spPr>
          <a:xfrm>
            <a:off x="274320" y="1504188"/>
            <a:ext cx="8595360" cy="8046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2" name="Shape 9"/>
          <p:cNvSpPr/>
          <p:nvPr/>
        </p:nvSpPr>
        <p:spPr>
          <a:xfrm>
            <a:off x="274320" y="1504188"/>
            <a:ext cx="91440" cy="804672"/>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3" name="Text 10"/>
          <p:cNvSpPr/>
          <p:nvPr/>
        </p:nvSpPr>
        <p:spPr>
          <a:xfrm>
            <a:off x="457200" y="1531620"/>
            <a:ext cx="8321040" cy="219456"/>
          </a:xfrm>
          <a:prstGeom prst="rect">
            <a:avLst/>
          </a:prstGeom>
          <a:noFill/>
          <a:ln/>
        </p:spPr>
        <p:txBody>
          <a:bodyPr wrap="square" lIns="0" tIns="0" rIns="0" bIns="0" rtlCol="0" anchor="ctr"/>
          <a:lstStyle/>
          <a:p>
            <a:pPr marL="0" indent="0">
              <a:buNone/>
            </a:pPr>
            <a:r>
              <a:rPr lang="en-US" sz="1050" b="1" dirty="0">
                <a:solidFill>
                  <a:srgbClr val="1A1A1A"/>
                </a:solidFill>
                <a:latin typeface="Times New Roman" panose="02020603050405020304" pitchFamily="18" charset="0"/>
                <a:ea typeface="Calibri" pitchFamily="34" charset="-122"/>
                <a:cs typeface="Times New Roman" panose="02020603050405020304" pitchFamily="18" charset="0"/>
              </a:rPr>
              <a:t>Academic Performance Is Measurably Affected</a:t>
            </a:r>
            <a:endParaRPr lang="en-US" sz="1050" dirty="0">
              <a:latin typeface="Times New Roman" panose="02020603050405020304" pitchFamily="18" charset="0"/>
              <a:cs typeface="Times New Roman" panose="02020603050405020304" pitchFamily="18" charset="0"/>
            </a:endParaRPr>
          </a:p>
        </p:txBody>
      </p:sp>
      <p:sp>
        <p:nvSpPr>
          <p:cNvPr id="14" name="Text 11"/>
          <p:cNvSpPr/>
          <p:nvPr/>
        </p:nvSpPr>
        <p:spPr>
          <a:xfrm>
            <a:off x="457200" y="1751076"/>
            <a:ext cx="8321040" cy="530352"/>
          </a:xfrm>
          <a:prstGeom prst="rect">
            <a:avLst/>
          </a:prstGeom>
          <a:noFill/>
          <a:ln/>
        </p:spPr>
        <p:txBody>
          <a:bodyPr wrap="square" lIns="0" tIns="0" rIns="0" bIns="0" rtlCol="0" anchor="t"/>
          <a:lstStyle/>
          <a:p>
            <a:pPr marL="0" indent="0">
              <a:buNone/>
            </a:pPr>
            <a:r>
              <a:rPr lang="en-US" sz="850" dirty="0">
                <a:solidFill>
                  <a:srgbClr val="555555"/>
                </a:solidFill>
                <a:latin typeface="Times New Roman" panose="02020603050405020304" pitchFamily="18" charset="0"/>
                <a:ea typeface="Calibri" pitchFamily="34" charset="-122"/>
                <a:cs typeface="Times New Roman" panose="02020603050405020304" pitchFamily="18" charset="0"/>
              </a:rPr>
              <a:t>The data reveals a moderate but statistically significant negative correlation (r = −0.43) between cumulative off-task screen time and module scores, which persists even after controlling for prior GPA. Students in the highest quartile of off-task usage — those exceeding 41 minutes per session — scored an average of 8.4 percentage points lower than their least-distracted peers, underscoring that heavy digital distraction carries a real and quantifiable academic cost.</a:t>
            </a:r>
            <a:endParaRPr lang="en-US" sz="850" dirty="0">
              <a:latin typeface="Times New Roman" panose="02020603050405020304" pitchFamily="18" charset="0"/>
              <a:cs typeface="Times New Roman" panose="02020603050405020304" pitchFamily="18" charset="0"/>
            </a:endParaRPr>
          </a:p>
        </p:txBody>
      </p:sp>
      <p:sp>
        <p:nvSpPr>
          <p:cNvPr id="15" name="Shape 12"/>
          <p:cNvSpPr/>
          <p:nvPr/>
        </p:nvSpPr>
        <p:spPr>
          <a:xfrm>
            <a:off x="274320" y="2368296"/>
            <a:ext cx="8595360" cy="8046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6" name="Shape 13"/>
          <p:cNvSpPr/>
          <p:nvPr/>
        </p:nvSpPr>
        <p:spPr>
          <a:xfrm>
            <a:off x="274320" y="2368296"/>
            <a:ext cx="91440" cy="804672"/>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7" name="Text 14"/>
          <p:cNvSpPr/>
          <p:nvPr/>
        </p:nvSpPr>
        <p:spPr>
          <a:xfrm>
            <a:off x="457200" y="2395728"/>
            <a:ext cx="8321040" cy="219456"/>
          </a:xfrm>
          <a:prstGeom prst="rect">
            <a:avLst/>
          </a:prstGeom>
          <a:noFill/>
          <a:ln/>
        </p:spPr>
        <p:txBody>
          <a:bodyPr wrap="square" lIns="0" tIns="0" rIns="0" bIns="0" rtlCol="0" anchor="ctr"/>
          <a:lstStyle/>
          <a:p>
            <a:pPr marL="0" indent="0">
              <a:buNone/>
            </a:pPr>
            <a:r>
              <a:rPr lang="en-US" sz="1050" b="1" dirty="0">
                <a:solidFill>
                  <a:srgbClr val="1A1A1A"/>
                </a:solidFill>
                <a:latin typeface="Times New Roman" panose="02020603050405020304" pitchFamily="18" charset="0"/>
                <a:ea typeface="Calibri" pitchFamily="34" charset="-122"/>
                <a:cs typeface="Times New Roman" panose="02020603050405020304" pitchFamily="18" charset="0"/>
              </a:rPr>
              <a:t>Social Media and Messaging Are the Primary Culprits</a:t>
            </a:r>
            <a:endParaRPr lang="en-US" sz="1050" dirty="0">
              <a:latin typeface="Times New Roman" panose="02020603050405020304" pitchFamily="18" charset="0"/>
              <a:cs typeface="Times New Roman" panose="02020603050405020304" pitchFamily="18" charset="0"/>
            </a:endParaRPr>
          </a:p>
        </p:txBody>
      </p:sp>
      <p:sp>
        <p:nvSpPr>
          <p:cNvPr id="18" name="Text 15"/>
          <p:cNvSpPr/>
          <p:nvPr/>
        </p:nvSpPr>
        <p:spPr>
          <a:xfrm>
            <a:off x="457200" y="2615184"/>
            <a:ext cx="8321040" cy="530352"/>
          </a:xfrm>
          <a:prstGeom prst="rect">
            <a:avLst/>
          </a:prstGeom>
          <a:noFill/>
          <a:ln/>
        </p:spPr>
        <p:txBody>
          <a:bodyPr wrap="square" lIns="0" tIns="0" rIns="0" bIns="0" rtlCol="0" anchor="t"/>
          <a:lstStyle/>
          <a:p>
            <a:pPr marL="0" indent="0">
              <a:buNone/>
            </a:pPr>
            <a:r>
              <a:rPr lang="en-US" sz="850" dirty="0">
                <a:solidFill>
                  <a:srgbClr val="555555"/>
                </a:solidFill>
                <a:latin typeface="Times New Roman" panose="02020603050405020304" pitchFamily="18" charset="0"/>
                <a:ea typeface="Calibri" pitchFamily="34" charset="-122"/>
                <a:cs typeface="Times New Roman" panose="02020603050405020304" pitchFamily="18" charset="0"/>
              </a:rPr>
              <a:t>Social media platforms including Instagram, Twitter/X, and YouTube accounted for 38.2% of all off-task events, while messaging applications such as WhatsApp and Telegram contributed a further 27.6%. Notably, students tend to rationalize peer messaging as non-distracting because it feels social and purposeful; however, neurologically, receiving a new message notification triggers the same attentional interruption as any other unsolicited stimulus, making it equally disruptive to sustained learning.</a:t>
            </a:r>
            <a:endParaRPr lang="en-US" sz="850" dirty="0">
              <a:latin typeface="Times New Roman" panose="02020603050405020304" pitchFamily="18" charset="0"/>
              <a:cs typeface="Times New Roman" panose="02020603050405020304" pitchFamily="18" charset="0"/>
            </a:endParaRPr>
          </a:p>
        </p:txBody>
      </p:sp>
      <p:sp>
        <p:nvSpPr>
          <p:cNvPr id="19" name="Shape 16"/>
          <p:cNvSpPr/>
          <p:nvPr/>
        </p:nvSpPr>
        <p:spPr>
          <a:xfrm>
            <a:off x="274320" y="3232404"/>
            <a:ext cx="8595360" cy="8046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0" name="Shape 17"/>
          <p:cNvSpPr/>
          <p:nvPr/>
        </p:nvSpPr>
        <p:spPr>
          <a:xfrm>
            <a:off x="274320" y="3232404"/>
            <a:ext cx="91440" cy="804672"/>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1" name="Text 18"/>
          <p:cNvSpPr/>
          <p:nvPr/>
        </p:nvSpPr>
        <p:spPr>
          <a:xfrm>
            <a:off x="457200" y="3259836"/>
            <a:ext cx="8321040" cy="219456"/>
          </a:xfrm>
          <a:prstGeom prst="rect">
            <a:avLst/>
          </a:prstGeom>
          <a:noFill/>
          <a:ln/>
        </p:spPr>
        <p:txBody>
          <a:bodyPr wrap="square" lIns="0" tIns="0" rIns="0" bIns="0" rtlCol="0" anchor="ctr"/>
          <a:lstStyle/>
          <a:p>
            <a:pPr marL="0" indent="0">
              <a:buNone/>
            </a:pPr>
            <a:r>
              <a:rPr lang="en-US" sz="1050" b="1" dirty="0">
                <a:solidFill>
                  <a:srgbClr val="1A1A1A"/>
                </a:solidFill>
                <a:latin typeface="Times New Roman" panose="02020603050405020304" pitchFamily="18" charset="0"/>
                <a:ea typeface="Calibri" pitchFamily="34" charset="-122"/>
                <a:cs typeface="Times New Roman" panose="02020603050405020304" pitchFamily="18" charset="0"/>
              </a:rPr>
              <a:t>Distraction Follows Predictable, Designable Patterns</a:t>
            </a:r>
            <a:endParaRPr lang="en-US" sz="1050" dirty="0">
              <a:latin typeface="Times New Roman" panose="02020603050405020304" pitchFamily="18" charset="0"/>
              <a:cs typeface="Times New Roman" panose="02020603050405020304" pitchFamily="18" charset="0"/>
            </a:endParaRPr>
          </a:p>
        </p:txBody>
      </p:sp>
      <p:sp>
        <p:nvSpPr>
          <p:cNvPr id="22" name="Text 19"/>
          <p:cNvSpPr/>
          <p:nvPr/>
        </p:nvSpPr>
        <p:spPr>
          <a:xfrm>
            <a:off x="457200" y="3479292"/>
            <a:ext cx="8321040" cy="530352"/>
          </a:xfrm>
          <a:prstGeom prst="rect">
            <a:avLst/>
          </a:prstGeom>
          <a:noFill/>
          <a:ln/>
        </p:spPr>
        <p:txBody>
          <a:bodyPr wrap="square" lIns="0" tIns="0" rIns="0" bIns="0" rtlCol="0" anchor="t"/>
          <a:lstStyle/>
          <a:p>
            <a:pPr marL="0" indent="0">
              <a:buNone/>
            </a:pPr>
            <a:r>
              <a:rPr lang="en-US" sz="850" dirty="0">
                <a:solidFill>
                  <a:srgbClr val="555555"/>
                </a:solidFill>
                <a:latin typeface="Times New Roman" panose="02020603050405020304" pitchFamily="18" charset="0"/>
                <a:ea typeface="Calibri" pitchFamily="34" charset="-122"/>
                <a:cs typeface="Times New Roman" panose="02020603050405020304" pitchFamily="18" charset="0"/>
              </a:rPr>
              <a:t>Contrary to assumptions that distraction is random or purely dispositional, this study demonstrates that it follows a consistent U-shaped temporal structure within sessions, peaking during the opening 8 minutes and the final 15 minutes of class. Afternoon lectures, Friday sessions, and lecture-heavy course formats each amplify off-task rates significantly. These patterns are not inevitable — they are predictable, and therefore actionable through thoughtful instructional design, session pacing, and platform-level engagement features.</a:t>
            </a:r>
            <a:endParaRPr lang="en-US" sz="850" dirty="0">
              <a:latin typeface="Times New Roman" panose="02020603050405020304" pitchFamily="18" charset="0"/>
              <a:cs typeface="Times New Roman" panose="02020603050405020304" pitchFamily="18" charset="0"/>
            </a:endParaRPr>
          </a:p>
        </p:txBody>
      </p:sp>
      <p:sp>
        <p:nvSpPr>
          <p:cNvPr id="23" name="Shape 20"/>
          <p:cNvSpPr/>
          <p:nvPr/>
        </p:nvSpPr>
        <p:spPr>
          <a:xfrm>
            <a:off x="274320" y="4096512"/>
            <a:ext cx="8595360" cy="804672"/>
          </a:xfrm>
          <a:prstGeom prst="rect">
            <a:avLst/>
          </a:prstGeom>
          <a:solidFill>
            <a:srgbClr val="F5F5F5"/>
          </a:solidFill>
          <a:ln w="12700">
            <a:solidFill>
              <a:srgbClr val="E0E0E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4" name="Shape 21"/>
          <p:cNvSpPr/>
          <p:nvPr/>
        </p:nvSpPr>
        <p:spPr>
          <a:xfrm>
            <a:off x="274320" y="4096512"/>
            <a:ext cx="91440" cy="804672"/>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5" name="Text 22"/>
          <p:cNvSpPr/>
          <p:nvPr/>
        </p:nvSpPr>
        <p:spPr>
          <a:xfrm>
            <a:off x="457200" y="4123944"/>
            <a:ext cx="8321040" cy="219456"/>
          </a:xfrm>
          <a:prstGeom prst="rect">
            <a:avLst/>
          </a:prstGeom>
          <a:noFill/>
          <a:ln/>
        </p:spPr>
        <p:txBody>
          <a:bodyPr wrap="square" lIns="0" tIns="0" rIns="0" bIns="0" rtlCol="0" anchor="ctr"/>
          <a:lstStyle/>
          <a:p>
            <a:pPr marL="0" indent="0">
              <a:buNone/>
            </a:pPr>
            <a:r>
              <a:rPr lang="en-US" sz="1050" b="1" dirty="0">
                <a:solidFill>
                  <a:srgbClr val="1A1A1A"/>
                </a:solidFill>
                <a:latin typeface="Times New Roman" panose="02020603050405020304" pitchFamily="18" charset="0"/>
                <a:ea typeface="Calibri" pitchFamily="34" charset="-122"/>
                <a:cs typeface="Times New Roman" panose="02020603050405020304" pitchFamily="18" charset="0"/>
              </a:rPr>
              <a:t>Behavioral Telemetry Must Replace Self-Reporting</a:t>
            </a:r>
            <a:endParaRPr lang="en-US" sz="1050" dirty="0">
              <a:latin typeface="Times New Roman" panose="02020603050405020304" pitchFamily="18" charset="0"/>
              <a:cs typeface="Times New Roman" panose="02020603050405020304" pitchFamily="18" charset="0"/>
            </a:endParaRPr>
          </a:p>
        </p:txBody>
      </p:sp>
      <p:sp>
        <p:nvSpPr>
          <p:cNvPr id="26" name="Text 23"/>
          <p:cNvSpPr/>
          <p:nvPr/>
        </p:nvSpPr>
        <p:spPr>
          <a:xfrm>
            <a:off x="457200" y="4343400"/>
            <a:ext cx="8321040" cy="530352"/>
          </a:xfrm>
          <a:prstGeom prst="rect">
            <a:avLst/>
          </a:prstGeom>
          <a:noFill/>
          <a:ln/>
        </p:spPr>
        <p:txBody>
          <a:bodyPr wrap="square" lIns="0" tIns="0" rIns="0" bIns="0" rtlCol="0" anchor="t"/>
          <a:lstStyle/>
          <a:p>
            <a:pPr marL="0" indent="0">
              <a:buNone/>
            </a:pPr>
            <a:r>
              <a:rPr lang="en-US" sz="850" dirty="0">
                <a:solidFill>
                  <a:srgbClr val="555555"/>
                </a:solidFill>
                <a:latin typeface="Times New Roman" panose="02020603050405020304" pitchFamily="18" charset="0"/>
                <a:ea typeface="Calibri" pitchFamily="34" charset="-122"/>
                <a:cs typeface="Times New Roman" panose="02020603050405020304" pitchFamily="18" charset="0"/>
              </a:rPr>
              <a:t>The field of educational distraction research has long relied on self-reports and observer ratings — methods vulnerable to recall bias, social desirability effects, and the observer paradox. This study demonstrates that passively collected, privacy-conscious behavioral telemetry through tools like ActivityWatch can overcome these limitations. As screen-time APIs mature and privacy-preserving techniques such as on-device processing become more accessible, the infrastructure is finally in place to study digital distraction at the scale and depth the problem demands.</a:t>
            </a:r>
            <a:endParaRPr lang="en-US" sz="8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EA9BFA-2CEA-E946-52E5-FCB9A2AB59F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F5B0659-4676-E891-F534-CFBF1D1B2572}"/>
              </a:ext>
            </a:extLst>
          </p:cNvPr>
          <p:cNvSpPr/>
          <p:nvPr/>
        </p:nvSpPr>
        <p:spPr>
          <a:xfrm>
            <a:off x="0" y="0"/>
            <a:ext cx="9144000" cy="50292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pic>
        <p:nvPicPr>
          <p:cNvPr id="4" name="Image 0" descr="/home/claude/chitkara_logo2.jpeg">
            <a:extLst>
              <a:ext uri="{FF2B5EF4-FFF2-40B4-BE49-F238E27FC236}">
                <a16:creationId xmlns:a16="http://schemas.microsoft.com/office/drawing/2014/main" id="{97A53027-C364-BDAA-ED62-1B1E994D2057}"/>
              </a:ext>
            </a:extLst>
          </p:cNvPr>
          <p:cNvPicPr>
            <a:picLocks noChangeAspect="1"/>
          </p:cNvPicPr>
          <p:nvPr/>
        </p:nvPicPr>
        <p:blipFill>
          <a:blip r:embed="rId3"/>
          <a:stretch>
            <a:fillRect/>
          </a:stretch>
        </p:blipFill>
        <p:spPr>
          <a:xfrm>
            <a:off x="7589520" y="45720"/>
            <a:ext cx="1463040" cy="402336"/>
          </a:xfrm>
          <a:prstGeom prst="rect">
            <a:avLst/>
          </a:prstGeom>
        </p:spPr>
      </p:pic>
      <p:sp>
        <p:nvSpPr>
          <p:cNvPr id="5" name="Shape 2">
            <a:extLst>
              <a:ext uri="{FF2B5EF4-FFF2-40B4-BE49-F238E27FC236}">
                <a16:creationId xmlns:a16="http://schemas.microsoft.com/office/drawing/2014/main" id="{D5E3E6C9-38AF-4CC7-EBDA-4C2EB5AA1B8A}"/>
              </a:ext>
            </a:extLst>
          </p:cNvPr>
          <p:cNvSpPr/>
          <p:nvPr/>
        </p:nvSpPr>
        <p:spPr>
          <a:xfrm>
            <a:off x="0" y="4846320"/>
            <a:ext cx="9144000" cy="297180"/>
          </a:xfrm>
          <a:prstGeom prst="rect">
            <a:avLst/>
          </a:prstGeom>
          <a:solidFill>
            <a:srgbClr val="E8251A"/>
          </a:solidFill>
          <a:ln w="12700">
            <a:solidFill>
              <a:srgbClr val="E8251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68DABB0F-4189-1F45-F97E-478A44D7A4FB}"/>
              </a:ext>
            </a:extLst>
          </p:cNvPr>
          <p:cNvSpPr/>
          <p:nvPr/>
        </p:nvSpPr>
        <p:spPr>
          <a:xfrm>
            <a:off x="8503920" y="4846320"/>
            <a:ext cx="457200" cy="29718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anose="02020603050405020304" pitchFamily="18" charset="0"/>
                <a:ea typeface="Calibri" pitchFamily="34" charset="-122"/>
                <a:cs typeface="Times New Roman" panose="02020603050405020304" pitchFamily="18" charset="0"/>
              </a:rPr>
              <a:t>7</a:t>
            </a:r>
            <a:endParaRPr lang="en-US" sz="1100" dirty="0">
              <a:latin typeface="Times New Roman" panose="02020603050405020304" pitchFamily="18" charset="0"/>
              <a:cs typeface="Times New Roman" panose="02020603050405020304" pitchFamily="18" charset="0"/>
            </a:endParaRPr>
          </a:p>
        </p:txBody>
      </p:sp>
      <p:sp>
        <p:nvSpPr>
          <p:cNvPr id="25" name="Text 22">
            <a:extLst>
              <a:ext uri="{FF2B5EF4-FFF2-40B4-BE49-F238E27FC236}">
                <a16:creationId xmlns:a16="http://schemas.microsoft.com/office/drawing/2014/main" id="{400CD912-76A3-961E-0001-AD09D3F9279F}"/>
              </a:ext>
            </a:extLst>
          </p:cNvPr>
          <p:cNvSpPr/>
          <p:nvPr/>
        </p:nvSpPr>
        <p:spPr>
          <a:xfrm>
            <a:off x="3482671" y="2068830"/>
            <a:ext cx="2178658" cy="881104"/>
          </a:xfrm>
          <a:prstGeom prst="rect">
            <a:avLst/>
          </a:prstGeom>
          <a:noFill/>
          <a:ln/>
        </p:spPr>
        <p:txBody>
          <a:bodyPr wrap="square" lIns="0" tIns="0" rIns="0" bIns="0" rtlCol="0" anchor="ctr"/>
          <a:lstStyle/>
          <a:p>
            <a:pPr marL="0" indent="0">
              <a:buNone/>
            </a:pPr>
            <a:r>
              <a:rPr lang="en-US" sz="3600" b="1" dirty="0">
                <a:solidFill>
                  <a:srgbClr val="1A1A1A"/>
                </a:solidFill>
                <a:latin typeface="Times New Roman" panose="02020603050405020304" pitchFamily="18" charset="0"/>
                <a:cs typeface="Times New Roman" panose="02020603050405020304" pitchFamily="18" charset="0"/>
              </a:rPr>
              <a:t>Thank You</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2743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1434</Words>
  <Application>Microsoft Office PowerPoint</Application>
  <PresentationFormat>On-screen Show (16:9)</PresentationFormat>
  <Paragraphs>117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Distraction Analysis in Online Learning</dc:title>
  <dc:subject>PptxGenJS Presentation</dc:subject>
  <dc:creator>PptxGenJS</dc:creator>
  <cp:lastModifiedBy>Riya Dedha</cp:lastModifiedBy>
  <cp:revision>1</cp:revision>
  <dcterms:created xsi:type="dcterms:W3CDTF">2026-05-17T14:34:11Z</dcterms:created>
  <dcterms:modified xsi:type="dcterms:W3CDTF">2026-05-17T14:42:30Z</dcterms:modified>
</cp:coreProperties>
</file>